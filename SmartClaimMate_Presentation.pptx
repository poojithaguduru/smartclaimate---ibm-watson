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8D123-C26C-4902-9C82-442665A39570}" v="43" dt="2025-06-02T00:02:08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ITHA GUDURU" userId="77181bbe36578c57" providerId="LiveId" clId="{43E8D123-C26C-4902-9C82-442665A39570}"/>
    <pc:docChg chg="undo custSel delSld modSld">
      <pc:chgData name="POOJITHA GUDURU" userId="77181bbe36578c57" providerId="LiveId" clId="{43E8D123-C26C-4902-9C82-442665A39570}" dt="2025-06-02T01:37:47.735" v="156" actId="2696"/>
      <pc:docMkLst>
        <pc:docMk/>
      </pc:docMkLst>
      <pc:sldChg chg="addSp delSp modSp mod modTransition modAnim modNotes modNotesTx">
        <pc:chgData name="POOJITHA GUDURU" userId="77181bbe36578c57" providerId="LiveId" clId="{43E8D123-C26C-4902-9C82-442665A39570}" dt="2025-06-01T23:57:35.581" v="123" actId="20577"/>
        <pc:sldMkLst>
          <pc:docMk/>
          <pc:sldMk cId="0" sldId="256"/>
        </pc:sldMkLst>
        <pc:spChg chg="mod">
          <ac:chgData name="POOJITHA GUDURU" userId="77181bbe36578c57" providerId="LiveId" clId="{43E8D123-C26C-4902-9C82-442665A39570}" dt="2025-06-01T23:57:35.581" v="123" actId="20577"/>
          <ac:spMkLst>
            <pc:docMk/>
            <pc:sldMk cId="0" sldId="256"/>
            <ac:spMk id="3" creationId="{00000000-0000-0000-0000-000000000000}"/>
          </ac:spMkLst>
        </pc:spChg>
        <pc:picChg chg="add del mod">
          <ac:chgData name="POOJITHA GUDURU" userId="77181bbe36578c57" providerId="LiveId" clId="{43E8D123-C26C-4902-9C82-442665A39570}" dt="2025-06-01T07:19:33.614" v="52"/>
          <ac:picMkLst>
            <pc:docMk/>
            <pc:sldMk cId="0" sldId="256"/>
            <ac:picMk id="4" creationId="{3E4A3D53-B830-F233-C118-1A519B953688}"/>
          </ac:picMkLst>
        </pc:picChg>
        <pc:picChg chg="add del mod">
          <ac:chgData name="POOJITHA GUDURU" userId="77181bbe36578c57" providerId="LiveId" clId="{43E8D123-C26C-4902-9C82-442665A39570}" dt="2025-06-01T07:19:33.614" v="52"/>
          <ac:picMkLst>
            <pc:docMk/>
            <pc:sldMk cId="0" sldId="256"/>
            <ac:picMk id="5" creationId="{CCE0F37C-22F4-24C7-39B8-1B5986A9F37E}"/>
          </ac:picMkLst>
        </pc:picChg>
        <pc:picChg chg="add del mod">
          <ac:chgData name="POOJITHA GUDURU" userId="77181bbe36578c57" providerId="LiveId" clId="{43E8D123-C26C-4902-9C82-442665A39570}" dt="2025-06-01T07:03:41.814" v="39" actId="478"/>
          <ac:picMkLst>
            <pc:docMk/>
            <pc:sldMk cId="0" sldId="256"/>
            <ac:picMk id="6" creationId="{FA2CECB9-7B02-60B8-19C1-C644F9EFA614}"/>
          </ac:picMkLst>
        </pc:picChg>
        <pc:picChg chg="add del mod">
          <ac:chgData name="POOJITHA GUDURU" userId="77181bbe36578c57" providerId="LiveId" clId="{43E8D123-C26C-4902-9C82-442665A39570}" dt="2025-06-01T07:20:12.113" v="53"/>
          <ac:picMkLst>
            <pc:docMk/>
            <pc:sldMk cId="0" sldId="256"/>
            <ac:picMk id="7" creationId="{26EF2568-890F-3742-5174-766565B6CF41}"/>
          </ac:picMkLst>
        </pc:picChg>
        <pc:picChg chg="add del mod">
          <ac:chgData name="POOJITHA GUDURU" userId="77181bbe36578c57" providerId="LiveId" clId="{43E8D123-C26C-4902-9C82-442665A39570}" dt="2025-06-01T07:20:12.113" v="53"/>
          <ac:picMkLst>
            <pc:docMk/>
            <pc:sldMk cId="0" sldId="256"/>
            <ac:picMk id="9" creationId="{D2261B82-C1BB-3722-E741-DCDEE407DD2E}"/>
          </ac:picMkLst>
        </pc:picChg>
        <pc:picChg chg="add del mod">
          <ac:chgData name="POOJITHA GUDURU" userId="77181bbe36578c57" providerId="LiveId" clId="{43E8D123-C26C-4902-9C82-442665A39570}" dt="2025-06-01T07:22:44.141" v="55"/>
          <ac:picMkLst>
            <pc:docMk/>
            <pc:sldMk cId="0" sldId="256"/>
            <ac:picMk id="19" creationId="{EC2D7972-E910-B999-3BA3-F0EA29F606EC}"/>
          </ac:picMkLst>
        </pc:picChg>
        <pc:picChg chg="add del mod">
          <ac:chgData name="POOJITHA GUDURU" userId="77181bbe36578c57" providerId="LiveId" clId="{43E8D123-C26C-4902-9C82-442665A39570}" dt="2025-06-01T07:23:27.466" v="57"/>
          <ac:picMkLst>
            <pc:docMk/>
            <pc:sldMk cId="0" sldId="256"/>
            <ac:picMk id="26" creationId="{993EEF1C-D801-A18E-A492-B232E76E88DD}"/>
          </ac:picMkLst>
        </pc:picChg>
        <pc:picChg chg="add del mod">
          <ac:chgData name="POOJITHA GUDURU" userId="77181bbe36578c57" providerId="LiveId" clId="{43E8D123-C26C-4902-9C82-442665A39570}" dt="2025-06-01T07:34:00.563" v="72"/>
          <ac:picMkLst>
            <pc:docMk/>
            <pc:sldMk cId="0" sldId="256"/>
            <ac:picMk id="31" creationId="{27212195-D2DC-9790-1115-88DF0A9504E6}"/>
          </ac:picMkLst>
        </pc:picChg>
        <pc:picChg chg="add mod">
          <ac:chgData name="POOJITHA GUDURU" userId="77181bbe36578c57" providerId="LiveId" clId="{43E8D123-C26C-4902-9C82-442665A39570}" dt="2025-06-01T07:34:45.166" v="73"/>
          <ac:picMkLst>
            <pc:docMk/>
            <pc:sldMk cId="0" sldId="256"/>
            <ac:picMk id="37" creationId="{07CFE186-CD51-35B3-C8CF-0B481ED2FA56}"/>
          </ac:picMkLst>
        </pc:picChg>
      </pc:sldChg>
      <pc:sldChg chg="addSp delSp modSp mod modTransition modAnim modNotes modNotesTx">
        <pc:chgData name="POOJITHA GUDURU" userId="77181bbe36578c57" providerId="LiveId" clId="{43E8D123-C26C-4902-9C82-442665A39570}" dt="2025-06-01T07:35:27.665" v="74"/>
        <pc:sldMkLst>
          <pc:docMk/>
          <pc:sldMk cId="0" sldId="257"/>
        </pc:sldMkLst>
        <pc:graphicFrameChg chg="mod">
          <ac:chgData name="POOJITHA GUDURU" userId="77181bbe36578c57" providerId="LiveId" clId="{43E8D123-C26C-4902-9C82-442665A39570}" dt="2025-06-01T06:56:35.755" v="3" actId="1076"/>
          <ac:graphicFrameMkLst>
            <pc:docMk/>
            <pc:sldMk cId="0" sldId="257"/>
            <ac:graphicFrameMk id="5" creationId="{F57CB8A1-4C5C-0A59-96DE-A791B9EF7028}"/>
          </ac:graphicFrameMkLst>
        </pc:graphicFrameChg>
        <pc:picChg chg="add del mod">
          <ac:chgData name="POOJITHA GUDURU" userId="77181bbe36578c57" providerId="LiveId" clId="{43E8D123-C26C-4902-9C82-442665A39570}" dt="2025-06-01T07:25:56.908" v="59"/>
          <ac:picMkLst>
            <pc:docMk/>
            <pc:sldMk cId="0" sldId="257"/>
            <ac:picMk id="4" creationId="{E8C5A488-6436-4B4C-CD18-B0E4334FC525}"/>
          </ac:picMkLst>
        </pc:picChg>
        <pc:picChg chg="add del mod">
          <ac:chgData name="POOJITHA GUDURU" userId="77181bbe36578c57" providerId="LiveId" clId="{43E8D123-C26C-4902-9C82-442665A39570}" dt="2025-06-01T07:25:56.908" v="59"/>
          <ac:picMkLst>
            <pc:docMk/>
            <pc:sldMk cId="0" sldId="257"/>
            <ac:picMk id="6" creationId="{FB23508D-FB9E-3F53-7911-9B491DF0B7EB}"/>
          </ac:picMkLst>
        </pc:picChg>
        <pc:picChg chg="add del mod">
          <ac:chgData name="POOJITHA GUDURU" userId="77181bbe36578c57" providerId="LiveId" clId="{43E8D123-C26C-4902-9C82-442665A39570}" dt="2025-06-01T07:25:56.908" v="59"/>
          <ac:picMkLst>
            <pc:docMk/>
            <pc:sldMk cId="0" sldId="257"/>
            <ac:picMk id="7" creationId="{F6377B2F-8098-B50D-A69B-6CE2D0A03AB2}"/>
          </ac:picMkLst>
        </pc:picChg>
        <pc:picChg chg="add del mod">
          <ac:chgData name="POOJITHA GUDURU" userId="77181bbe36578c57" providerId="LiveId" clId="{43E8D123-C26C-4902-9C82-442665A39570}" dt="2025-06-01T07:34:00.563" v="72"/>
          <ac:picMkLst>
            <pc:docMk/>
            <pc:sldMk cId="0" sldId="257"/>
            <ac:picMk id="8" creationId="{B862D784-ADDA-196E-0D03-915AB731355C}"/>
          </ac:picMkLst>
        </pc:picChg>
        <pc:picChg chg="add del mod">
          <ac:chgData name="POOJITHA GUDURU" userId="77181bbe36578c57" providerId="LiveId" clId="{43E8D123-C26C-4902-9C82-442665A39570}" dt="2025-06-01T07:34:00.563" v="72"/>
          <ac:picMkLst>
            <pc:docMk/>
            <pc:sldMk cId="0" sldId="257"/>
            <ac:picMk id="9" creationId="{B27D9454-D4F4-A8BD-7C16-E01F16FD33CD}"/>
          </ac:picMkLst>
        </pc:picChg>
        <pc:picChg chg="add del mod">
          <ac:chgData name="POOJITHA GUDURU" userId="77181bbe36578c57" providerId="LiveId" clId="{43E8D123-C26C-4902-9C82-442665A39570}" dt="2025-06-01T07:34:00.563" v="72"/>
          <ac:picMkLst>
            <pc:docMk/>
            <pc:sldMk cId="0" sldId="257"/>
            <ac:picMk id="10" creationId="{D84FF424-FBE6-061C-9FB4-BA8B1D019504}"/>
          </ac:picMkLst>
        </pc:picChg>
        <pc:picChg chg="add mod">
          <ac:chgData name="POOJITHA GUDURU" userId="77181bbe36578c57" providerId="LiveId" clId="{43E8D123-C26C-4902-9C82-442665A39570}" dt="2025-06-01T07:35:27.665" v="74"/>
          <ac:picMkLst>
            <pc:docMk/>
            <pc:sldMk cId="0" sldId="257"/>
            <ac:picMk id="22" creationId="{5F85F8D9-23F3-47C2-81FA-A235580A5979}"/>
          </ac:picMkLst>
        </pc:picChg>
      </pc:sldChg>
      <pc:sldChg chg="addSp delSp modSp mod modTransition setBg modAnim modNotes modNotesTx">
        <pc:chgData name="POOJITHA GUDURU" userId="77181bbe36578c57" providerId="LiveId" clId="{43E8D123-C26C-4902-9C82-442665A39570}" dt="2025-06-01T07:41:11.454" v="79"/>
        <pc:sldMkLst>
          <pc:docMk/>
          <pc:sldMk cId="0" sldId="258"/>
        </pc:sldMkLst>
        <pc:spChg chg="mod">
          <ac:chgData name="POOJITHA GUDURU" userId="77181bbe36578c57" providerId="LiveId" clId="{43E8D123-C26C-4902-9C82-442665A39570}" dt="2025-06-01T06:58:13.413" v="19" actId="14100"/>
          <ac:spMkLst>
            <pc:docMk/>
            <pc:sldMk cId="0" sldId="258"/>
            <ac:spMk id="2" creationId="{00000000-0000-0000-0000-000000000000}"/>
          </ac:spMkLst>
        </pc:spChg>
        <pc:spChg chg="add">
          <ac:chgData name="POOJITHA GUDURU" userId="77181bbe36578c57" providerId="LiveId" clId="{43E8D123-C26C-4902-9C82-442665A39570}" dt="2025-06-01T06:56:49.677" v="4" actId="26606"/>
          <ac:spMkLst>
            <pc:docMk/>
            <pc:sldMk cId="0" sldId="258"/>
            <ac:spMk id="13" creationId="{DCC231C8-C761-4B31-9B1C-C6D19248C6B3}"/>
          </ac:spMkLst>
        </pc:spChg>
        <pc:graphicFrameChg chg="mod modGraphic">
          <ac:chgData name="POOJITHA GUDURU" userId="77181bbe36578c57" providerId="LiveId" clId="{43E8D123-C26C-4902-9C82-442665A39570}" dt="2025-06-01T07:01:07.471" v="35" actId="1076"/>
          <ac:graphicFrameMkLst>
            <pc:docMk/>
            <pc:sldMk cId="0" sldId="258"/>
            <ac:graphicFrameMk id="8" creationId="{0E8BF0A2-34D3-9C18-548C-8D9247C9FA1C}"/>
          </ac:graphicFrameMkLst>
        </pc:graphicFrameChg>
        <pc:picChg chg="add del mod">
          <ac:chgData name="POOJITHA GUDURU" userId="77181bbe36578c57" providerId="LiveId" clId="{43E8D123-C26C-4902-9C82-442665A39570}" dt="2025-06-01T07:26:36.358" v="60"/>
          <ac:picMkLst>
            <pc:docMk/>
            <pc:sldMk cId="0" sldId="258"/>
            <ac:picMk id="4" creationId="{19F9F6B4-FF63-BB27-A20A-3C5041C7E17B}"/>
          </ac:picMkLst>
        </pc:picChg>
        <pc:picChg chg="add del mod">
          <ac:chgData name="POOJITHA GUDURU" userId="77181bbe36578c57" providerId="LiveId" clId="{43E8D123-C26C-4902-9C82-442665A39570}" dt="2025-06-01T07:26:36.358" v="60"/>
          <ac:picMkLst>
            <pc:docMk/>
            <pc:sldMk cId="0" sldId="258"/>
            <ac:picMk id="7" creationId="{3E162FEC-D8A7-3A1F-0AAE-639A05965DB8}"/>
          </ac:picMkLst>
        </pc:picChg>
        <pc:picChg chg="add del mod">
          <ac:chgData name="POOJITHA GUDURU" userId="77181bbe36578c57" providerId="LiveId" clId="{43E8D123-C26C-4902-9C82-442665A39570}" dt="2025-06-01T07:26:44.445" v="61"/>
          <ac:picMkLst>
            <pc:docMk/>
            <pc:sldMk cId="0" sldId="258"/>
            <ac:picMk id="10" creationId="{447D66B0-9267-9E84-16C6-850C4B21C685}"/>
          </ac:picMkLst>
        </pc:picChg>
        <pc:picChg chg="add del mod">
          <ac:chgData name="POOJITHA GUDURU" userId="77181bbe36578c57" providerId="LiveId" clId="{43E8D123-C26C-4902-9C82-442665A39570}" dt="2025-06-01T07:26:44.445" v="61"/>
          <ac:picMkLst>
            <pc:docMk/>
            <pc:sldMk cId="0" sldId="258"/>
            <ac:picMk id="12" creationId="{EA4C1D5E-E146-4336-5B88-78456EFE05DE}"/>
          </ac:picMkLst>
        </pc:picChg>
        <pc:picChg chg="add del mod">
          <ac:chgData name="POOJITHA GUDURU" userId="77181bbe36578c57" providerId="LiveId" clId="{43E8D123-C26C-4902-9C82-442665A39570}" dt="2025-06-01T07:27:57.061" v="63"/>
          <ac:picMkLst>
            <pc:docMk/>
            <pc:sldMk cId="0" sldId="258"/>
            <ac:picMk id="28" creationId="{78E83006-DE9D-7809-E12B-B5555B062535}"/>
          </ac:picMkLst>
        </pc:picChg>
        <pc:picChg chg="add del mod">
          <ac:chgData name="POOJITHA GUDURU" userId="77181bbe36578c57" providerId="LiveId" clId="{43E8D123-C26C-4902-9C82-442665A39570}" dt="2025-06-01T07:28:18.290" v="65"/>
          <ac:picMkLst>
            <pc:docMk/>
            <pc:sldMk cId="0" sldId="258"/>
            <ac:picMk id="33" creationId="{E03000DD-B57C-EAF9-E03B-C44C181320E4}"/>
          </ac:picMkLst>
        </pc:picChg>
        <pc:picChg chg="add del mod">
          <ac:chgData name="POOJITHA GUDURU" userId="77181bbe36578c57" providerId="LiveId" clId="{43E8D123-C26C-4902-9C82-442665A39570}" dt="2025-06-01T07:34:00.563" v="72"/>
          <ac:picMkLst>
            <pc:docMk/>
            <pc:sldMk cId="0" sldId="258"/>
            <ac:picMk id="38" creationId="{0239008A-F59A-D870-34DC-A4C6B3CAF1A7}"/>
          </ac:picMkLst>
        </pc:picChg>
        <pc:picChg chg="add del mod">
          <ac:chgData name="POOJITHA GUDURU" userId="77181bbe36578c57" providerId="LiveId" clId="{43E8D123-C26C-4902-9C82-442665A39570}" dt="2025-06-01T07:38:16.710" v="76"/>
          <ac:picMkLst>
            <pc:docMk/>
            <pc:sldMk cId="0" sldId="258"/>
            <ac:picMk id="45" creationId="{B2E49CFC-02F2-9231-CD83-3137BAB752C4}"/>
          </ac:picMkLst>
        </pc:picChg>
        <pc:picChg chg="add del mod">
          <ac:chgData name="POOJITHA GUDURU" userId="77181bbe36578c57" providerId="LiveId" clId="{43E8D123-C26C-4902-9C82-442665A39570}" dt="2025-06-01T07:38:50.201" v="78"/>
          <ac:picMkLst>
            <pc:docMk/>
            <pc:sldMk cId="0" sldId="258"/>
            <ac:picMk id="50" creationId="{6CFEC200-A1C3-EC5D-C176-8F4137A43969}"/>
          </ac:picMkLst>
        </pc:picChg>
        <pc:picChg chg="add mod">
          <ac:chgData name="POOJITHA GUDURU" userId="77181bbe36578c57" providerId="LiveId" clId="{43E8D123-C26C-4902-9C82-442665A39570}" dt="2025-06-01T07:41:11.454" v="79"/>
          <ac:picMkLst>
            <pc:docMk/>
            <pc:sldMk cId="0" sldId="258"/>
            <ac:picMk id="58" creationId="{7B2F7E08-768A-CB7E-93D8-6A745160F1DD}"/>
          </ac:picMkLst>
        </pc:picChg>
      </pc:sldChg>
      <pc:sldChg chg="addSp delSp modSp del mod modTransition modAnim modNotes">
        <pc:chgData name="POOJITHA GUDURU" userId="77181bbe36578c57" providerId="LiveId" clId="{43E8D123-C26C-4902-9C82-442665A39570}" dt="2025-06-01T22:24:29.263" v="87" actId="2696"/>
        <pc:sldMkLst>
          <pc:docMk/>
          <pc:sldMk cId="0" sldId="259"/>
        </pc:sldMkLst>
        <pc:spChg chg="mod">
          <ac:chgData name="POOJITHA GUDURU" userId="77181bbe36578c57" providerId="LiveId" clId="{43E8D123-C26C-4902-9C82-442665A39570}" dt="2025-06-01T06:59:05.611" v="22" actId="26606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POOJITHA GUDURU" userId="77181bbe36578c57" providerId="LiveId" clId="{43E8D123-C26C-4902-9C82-442665A39570}" dt="2025-06-01T06:59:05.611" v="22" actId="26606"/>
          <ac:spMkLst>
            <pc:docMk/>
            <pc:sldMk cId="0" sldId="259"/>
            <ac:spMk id="3" creationId="{00000000-0000-0000-0000-000000000000}"/>
          </ac:spMkLst>
        </pc:spChg>
        <pc:spChg chg="del">
          <ac:chgData name="POOJITHA GUDURU" userId="77181bbe36578c57" providerId="LiveId" clId="{43E8D123-C26C-4902-9C82-442665A39570}" dt="2025-06-01T06:59:05.611" v="22" actId="26606"/>
          <ac:spMkLst>
            <pc:docMk/>
            <pc:sldMk cId="0" sldId="259"/>
            <ac:spMk id="10" creationId="{59A309A7-1751-4ABE-A3C1-EEC40366AD89}"/>
          </ac:spMkLst>
        </pc:spChg>
        <pc:spChg chg="del">
          <ac:chgData name="POOJITHA GUDURU" userId="77181bbe36578c57" providerId="LiveId" clId="{43E8D123-C26C-4902-9C82-442665A39570}" dt="2025-06-01T06:59:05.611" v="22" actId="26606"/>
          <ac:spMkLst>
            <pc:docMk/>
            <pc:sldMk cId="0" sldId="259"/>
            <ac:spMk id="12" creationId="{967D8EB6-EAE1-4F9C-B398-83321E287204}"/>
          </ac:spMkLst>
        </pc:spChg>
        <pc:spChg chg="add">
          <ac:chgData name="POOJITHA GUDURU" userId="77181bbe36578c57" providerId="LiveId" clId="{43E8D123-C26C-4902-9C82-442665A39570}" dt="2025-06-01T06:59:05.611" v="22" actId="26606"/>
          <ac:spMkLst>
            <pc:docMk/>
            <pc:sldMk cId="0" sldId="259"/>
            <ac:spMk id="17" creationId="{BF0F4E97-E194-4493-885A-6C7C34A446DB}"/>
          </ac:spMkLst>
        </pc:spChg>
        <pc:spChg chg="add">
          <ac:chgData name="POOJITHA GUDURU" userId="77181bbe36578c57" providerId="LiveId" clId="{43E8D123-C26C-4902-9C82-442665A39570}" dt="2025-06-01T06:59:05.611" v="22" actId="26606"/>
          <ac:spMkLst>
            <pc:docMk/>
            <pc:sldMk cId="0" sldId="259"/>
            <ac:spMk id="19" creationId="{9CF7FE1C-8BC5-4B0C-A2BC-93AB72C90FDD}"/>
          </ac:spMkLst>
        </pc:spChg>
        <pc:picChg chg="add del mod">
          <ac:chgData name="POOJITHA GUDURU" userId="77181bbe36578c57" providerId="LiveId" clId="{43E8D123-C26C-4902-9C82-442665A39570}" dt="2025-06-01T06:59:33.234" v="25" actId="478"/>
          <ac:picMkLst>
            <pc:docMk/>
            <pc:sldMk cId="0" sldId="259"/>
            <ac:picMk id="4" creationId="{43549B9D-B4E0-D266-7F2E-918A7D48E19C}"/>
          </ac:picMkLst>
        </pc:picChg>
        <pc:picChg chg="add del mod">
          <ac:chgData name="POOJITHA GUDURU" userId="77181bbe36578c57" providerId="LiveId" clId="{43E8D123-C26C-4902-9C82-442665A39570}" dt="2025-06-01T07:30:13.067" v="67"/>
          <ac:picMkLst>
            <pc:docMk/>
            <pc:sldMk cId="0" sldId="259"/>
            <ac:picMk id="5" creationId="{3B30AAB9-33A4-DC5C-4F6A-88DDE3D68AB4}"/>
          </ac:picMkLst>
        </pc:picChg>
        <pc:picChg chg="add del mod">
          <ac:chgData name="POOJITHA GUDURU" userId="77181bbe36578c57" providerId="LiveId" clId="{43E8D123-C26C-4902-9C82-442665A39570}" dt="2025-06-01T07:30:13.067" v="67"/>
          <ac:picMkLst>
            <pc:docMk/>
            <pc:sldMk cId="0" sldId="259"/>
            <ac:picMk id="6" creationId="{099752BF-6967-B268-A83D-4A3095A15756}"/>
          </ac:picMkLst>
        </pc:picChg>
        <pc:picChg chg="mod">
          <ac:chgData name="POOJITHA GUDURU" userId="77181bbe36578c57" providerId="LiveId" clId="{43E8D123-C26C-4902-9C82-442665A39570}" dt="2025-06-01T06:59:38.471" v="27" actId="1076"/>
          <ac:picMkLst>
            <pc:docMk/>
            <pc:sldMk cId="0" sldId="259"/>
            <ac:picMk id="7" creationId="{C1B3C5D7-84BC-E255-3E0B-6D1EE98437A0}"/>
          </ac:picMkLst>
        </pc:picChg>
        <pc:picChg chg="add del mod">
          <ac:chgData name="POOJITHA GUDURU" userId="77181bbe36578c57" providerId="LiveId" clId="{43E8D123-C26C-4902-9C82-442665A39570}" dt="2025-06-01T07:34:00.563" v="72"/>
          <ac:picMkLst>
            <pc:docMk/>
            <pc:sldMk cId="0" sldId="259"/>
            <ac:picMk id="8" creationId="{BAFE457C-705D-3956-5E64-3A82FC51C21E}"/>
          </ac:picMkLst>
        </pc:picChg>
        <pc:picChg chg="add del mod">
          <ac:chgData name="POOJITHA GUDURU" userId="77181bbe36578c57" providerId="LiveId" clId="{43E8D123-C26C-4902-9C82-442665A39570}" dt="2025-06-01T07:34:00.563" v="72"/>
          <ac:picMkLst>
            <pc:docMk/>
            <pc:sldMk cId="0" sldId="259"/>
            <ac:picMk id="9" creationId="{CFF76676-C17A-FB89-2C17-C082C1EE2625}"/>
          </ac:picMkLst>
        </pc:picChg>
        <pc:picChg chg="add del mod">
          <ac:chgData name="POOJITHA GUDURU" userId="77181bbe36578c57" providerId="LiveId" clId="{43E8D123-C26C-4902-9C82-442665A39570}" dt="2025-06-01T07:42:25.377" v="81"/>
          <ac:picMkLst>
            <pc:docMk/>
            <pc:sldMk cId="0" sldId="259"/>
            <ac:picMk id="25" creationId="{D29DCA19-4766-19A1-A40B-461D84A0B982}"/>
          </ac:picMkLst>
        </pc:picChg>
        <pc:picChg chg="add mod">
          <ac:chgData name="POOJITHA GUDURU" userId="77181bbe36578c57" providerId="LiveId" clId="{43E8D123-C26C-4902-9C82-442665A39570}" dt="2025-06-01T07:42:55.171" v="82"/>
          <ac:picMkLst>
            <pc:docMk/>
            <pc:sldMk cId="0" sldId="259"/>
            <ac:picMk id="30" creationId="{D9C733A0-B60E-6B03-AE3A-66970BD9F37A}"/>
          </ac:picMkLst>
        </pc:picChg>
      </pc:sldChg>
      <pc:sldChg chg="addSp delSp modSp del mod modTransition">
        <pc:chgData name="POOJITHA GUDURU" userId="77181bbe36578c57" providerId="LiveId" clId="{43E8D123-C26C-4902-9C82-442665A39570}" dt="2025-06-02T01:37:47.735" v="156" actId="2696"/>
        <pc:sldMkLst>
          <pc:docMk/>
          <pc:sldMk cId="0" sldId="260"/>
        </pc:sldMkLst>
        <pc:spChg chg="mod">
          <ac:chgData name="POOJITHA GUDURU" userId="77181bbe36578c57" providerId="LiveId" clId="{43E8D123-C26C-4902-9C82-442665A39570}" dt="2025-06-02T00:02:42.411" v="154" actId="255"/>
          <ac:spMkLst>
            <pc:docMk/>
            <pc:sldMk cId="0" sldId="260"/>
            <ac:spMk id="2" creationId="{00000000-0000-0000-0000-000000000000}"/>
          </ac:spMkLst>
        </pc:spChg>
        <pc:picChg chg="add del mod">
          <ac:chgData name="POOJITHA GUDURU" userId="77181bbe36578c57" providerId="LiveId" clId="{43E8D123-C26C-4902-9C82-442665A39570}" dt="2025-06-01T06:59:53.586" v="28" actId="478"/>
          <ac:picMkLst>
            <pc:docMk/>
            <pc:sldMk cId="0" sldId="260"/>
            <ac:picMk id="4" creationId="{9FC50D27-D094-AB8A-044D-76D991FBFFF4}"/>
          </ac:picMkLst>
        </pc:picChg>
        <pc:picChg chg="add del mod">
          <ac:chgData name="POOJITHA GUDURU" userId="77181bbe36578c57" providerId="LiveId" clId="{43E8D123-C26C-4902-9C82-442665A39570}" dt="2025-06-02T00:02:45.861" v="155" actId="478"/>
          <ac:picMkLst>
            <pc:docMk/>
            <pc:sldMk cId="0" sldId="260"/>
            <ac:picMk id="5" creationId="{CA639F5E-BAD5-64AD-2C0A-D03CDD6409F7}"/>
          </ac:picMkLst>
        </pc:picChg>
      </pc:sldChg>
      <pc:sldChg chg="addSp delSp modSp mod modTransition modNotes modNotesTx">
        <pc:chgData name="POOJITHA GUDURU" userId="77181bbe36578c57" providerId="LiveId" clId="{43E8D123-C26C-4902-9C82-442665A39570}" dt="2025-06-01T07:43:36.410" v="83"/>
        <pc:sldMkLst>
          <pc:docMk/>
          <pc:sldMk cId="0" sldId="261"/>
        </pc:sldMkLst>
        <pc:spChg chg="mod">
          <ac:chgData name="POOJITHA GUDURU" userId="77181bbe36578c57" providerId="LiveId" clId="{43E8D123-C26C-4902-9C82-442665A39570}" dt="2025-06-01T07:00:09.210" v="31" actId="1076"/>
          <ac:spMkLst>
            <pc:docMk/>
            <pc:sldMk cId="0" sldId="261"/>
            <ac:spMk id="2" creationId="{00000000-0000-0000-0000-000000000000}"/>
          </ac:spMkLst>
        </pc:spChg>
        <pc:graphicFrameChg chg="mod">
          <ac:chgData name="POOJITHA GUDURU" userId="77181bbe36578c57" providerId="LiveId" clId="{43E8D123-C26C-4902-9C82-442665A39570}" dt="2025-06-01T07:00:04.847" v="30" actId="1076"/>
          <ac:graphicFrameMkLst>
            <pc:docMk/>
            <pc:sldMk cId="0" sldId="261"/>
            <ac:graphicFrameMk id="5" creationId="{E173E6FF-A046-C89A-E92A-D957807FD62B}"/>
          </ac:graphicFrameMkLst>
        </pc:graphicFrameChg>
        <pc:picChg chg="add del mod">
          <ac:chgData name="POOJITHA GUDURU" userId="77181bbe36578c57" providerId="LiveId" clId="{43E8D123-C26C-4902-9C82-442665A39570}" dt="2025-06-01T07:43:36.410" v="83"/>
          <ac:picMkLst>
            <pc:docMk/>
            <pc:sldMk cId="0" sldId="261"/>
            <ac:picMk id="4" creationId="{115E2591-00C2-AAB9-1E6E-5F7E9FFC616A}"/>
          </ac:picMkLst>
        </pc:picChg>
        <pc:picChg chg="add del mod">
          <ac:chgData name="POOJITHA GUDURU" userId="77181bbe36578c57" providerId="LiveId" clId="{43E8D123-C26C-4902-9C82-442665A39570}" dt="2025-06-01T07:43:36.410" v="83"/>
          <ac:picMkLst>
            <pc:docMk/>
            <pc:sldMk cId="0" sldId="261"/>
            <ac:picMk id="6" creationId="{9F5EBFA0-9449-B264-3EB2-5A8F9F1C9763}"/>
          </ac:picMkLst>
        </pc:picChg>
        <pc:picChg chg="add mod">
          <ac:chgData name="POOJITHA GUDURU" userId="77181bbe36578c57" providerId="LiveId" clId="{43E8D123-C26C-4902-9C82-442665A39570}" dt="2025-06-01T07:43:36.410" v="83"/>
          <ac:picMkLst>
            <pc:docMk/>
            <pc:sldMk cId="0" sldId="261"/>
            <ac:picMk id="7" creationId="{EA2A7167-743D-601F-1E45-CA3727EA219D}"/>
          </ac:picMkLst>
        </pc:picChg>
        <pc:picChg chg="add mod">
          <ac:chgData name="POOJITHA GUDURU" userId="77181bbe36578c57" providerId="LiveId" clId="{43E8D123-C26C-4902-9C82-442665A39570}" dt="2025-06-01T07:43:36.410" v="83"/>
          <ac:picMkLst>
            <pc:docMk/>
            <pc:sldMk cId="0" sldId="261"/>
            <ac:picMk id="8" creationId="{AE9AF763-6FB8-C7E8-C94D-F593C1EB6018}"/>
          </ac:picMkLst>
        </pc:picChg>
      </pc:sldChg>
      <pc:sldChg chg="addSp delSp modSp mod modTransition modAnim modNotes">
        <pc:chgData name="POOJITHA GUDURU" userId="77181bbe36578c57" providerId="LiveId" clId="{43E8D123-C26C-4902-9C82-442665A39570}" dt="2025-06-02T00:02:11.935" v="151" actId="20577"/>
        <pc:sldMkLst>
          <pc:docMk/>
          <pc:sldMk cId="0" sldId="262"/>
        </pc:sldMkLst>
        <pc:spChg chg="mod">
          <ac:chgData name="POOJITHA GUDURU" userId="77181bbe36578c57" providerId="LiveId" clId="{43E8D123-C26C-4902-9C82-442665A39570}" dt="2025-06-02T00:02:11.935" v="151" actId="20577"/>
          <ac:spMkLst>
            <pc:docMk/>
            <pc:sldMk cId="0" sldId="262"/>
            <ac:spMk id="3" creationId="{00000000-0000-0000-0000-000000000000}"/>
          </ac:spMkLst>
        </pc:spChg>
        <pc:picChg chg="add del mod">
          <ac:chgData name="POOJITHA GUDURU" userId="77181bbe36578c57" providerId="LiveId" clId="{43E8D123-C26C-4902-9C82-442665A39570}" dt="2025-06-01T07:44:17.698" v="84"/>
          <ac:picMkLst>
            <pc:docMk/>
            <pc:sldMk cId="0" sldId="262"/>
            <ac:picMk id="4" creationId="{FBCD246D-7B0F-2057-CB6B-C8C46B25AD1D}"/>
          </ac:picMkLst>
        </pc:picChg>
        <pc:picChg chg="add del mod">
          <ac:chgData name="POOJITHA GUDURU" userId="77181bbe36578c57" providerId="LiveId" clId="{43E8D123-C26C-4902-9C82-442665A39570}" dt="2025-06-01T07:44:17.698" v="84"/>
          <ac:picMkLst>
            <pc:docMk/>
            <pc:sldMk cId="0" sldId="262"/>
            <ac:picMk id="5" creationId="{2BCE945B-E19B-48B7-00F3-478A1F693D8D}"/>
          </ac:picMkLst>
        </pc:picChg>
        <pc:picChg chg="add del mod">
          <ac:chgData name="POOJITHA GUDURU" userId="77181bbe36578c57" providerId="LiveId" clId="{43E8D123-C26C-4902-9C82-442665A39570}" dt="2025-06-01T07:45:20.701" v="85"/>
          <ac:picMkLst>
            <pc:docMk/>
            <pc:sldMk cId="0" sldId="262"/>
            <ac:picMk id="6" creationId="{DA27DCC4-EE45-CC19-F4E0-627C5D650598}"/>
          </ac:picMkLst>
        </pc:picChg>
        <pc:picChg chg="add del mod">
          <ac:chgData name="POOJITHA GUDURU" userId="77181bbe36578c57" providerId="LiveId" clId="{43E8D123-C26C-4902-9C82-442665A39570}" dt="2025-06-01T07:45:20.701" v="85"/>
          <ac:picMkLst>
            <pc:docMk/>
            <pc:sldMk cId="0" sldId="262"/>
            <ac:picMk id="8" creationId="{B53E5D99-54B4-1700-D1D7-E57D5CB4846A}"/>
          </ac:picMkLst>
        </pc:picChg>
        <pc:picChg chg="add mod">
          <ac:chgData name="POOJITHA GUDURU" userId="77181bbe36578c57" providerId="LiveId" clId="{43E8D123-C26C-4902-9C82-442665A39570}" dt="2025-06-01T07:45:38.012" v="86"/>
          <ac:picMkLst>
            <pc:docMk/>
            <pc:sldMk cId="0" sldId="262"/>
            <ac:picMk id="25" creationId="{962025D3-AE72-75D8-4739-33BF59784EDE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0F8085-A1B5-40CC-996F-AF55AFB692D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F5388A-9E24-4E04-97A0-0645960D9C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Long wait times for insurance claim responses</a:t>
          </a:r>
        </a:p>
      </dgm:t>
    </dgm:pt>
    <dgm:pt modelId="{BA59C5E0-679D-4311-97C8-854F29C088EC}" type="parTrans" cxnId="{07669D22-E540-45C1-81BD-11CDF5D88429}">
      <dgm:prSet/>
      <dgm:spPr/>
      <dgm:t>
        <a:bodyPr/>
        <a:lstStyle/>
        <a:p>
          <a:endParaRPr lang="en-US"/>
        </a:p>
      </dgm:t>
    </dgm:pt>
    <dgm:pt modelId="{E0A9D2DC-A0D0-4311-82BA-0BCE053F91A9}" type="sibTrans" cxnId="{07669D22-E540-45C1-81BD-11CDF5D884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39FBD96-C566-4C89-9144-DDFBCE6A16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Confusing denial reasons</a:t>
          </a:r>
        </a:p>
      </dgm:t>
    </dgm:pt>
    <dgm:pt modelId="{1848F4CC-2B11-4E1B-BC40-5B4BD7DFE273}" type="parTrans" cxnId="{AB41C251-716C-4C5C-8376-C7C9FF8C7BC0}">
      <dgm:prSet/>
      <dgm:spPr/>
      <dgm:t>
        <a:bodyPr/>
        <a:lstStyle/>
        <a:p>
          <a:endParaRPr lang="en-US"/>
        </a:p>
      </dgm:t>
    </dgm:pt>
    <dgm:pt modelId="{FE33F718-6BF2-415E-9E92-A35BFD9C7967}" type="sibTrans" cxnId="{AB41C251-716C-4C5C-8376-C7C9FF8C7B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04160C3-5177-43D0-BD66-5545082D8A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Burdensome paperwork and policy documen</a:t>
          </a:r>
          <a:r>
            <a:rPr lang="en-US" dirty="0"/>
            <a:t>ts</a:t>
          </a:r>
        </a:p>
      </dgm:t>
    </dgm:pt>
    <dgm:pt modelId="{D9EAEDEF-049B-4C28-BD78-90FCEF57F0D9}" type="parTrans" cxnId="{3420309B-B6CB-4728-80F0-9080BF0711E5}">
      <dgm:prSet/>
      <dgm:spPr/>
      <dgm:t>
        <a:bodyPr/>
        <a:lstStyle/>
        <a:p>
          <a:endParaRPr lang="en-US"/>
        </a:p>
      </dgm:t>
    </dgm:pt>
    <dgm:pt modelId="{235A1EC3-1F39-48C2-8390-8DB3FEC1DB97}" type="sibTrans" cxnId="{3420309B-B6CB-4728-80F0-9080BF0711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36ECBA4-A4E8-420D-8931-7B5BF27F34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Lack of clear next steps for patients</a:t>
          </a:r>
        </a:p>
      </dgm:t>
    </dgm:pt>
    <dgm:pt modelId="{51ACCB9F-34D8-489D-8F08-A911E3D48C68}" type="parTrans" cxnId="{C0F7EA15-028C-4B39-A3B5-C69BAD0A76F5}">
      <dgm:prSet/>
      <dgm:spPr/>
      <dgm:t>
        <a:bodyPr/>
        <a:lstStyle/>
        <a:p>
          <a:endParaRPr lang="en-US"/>
        </a:p>
      </dgm:t>
    </dgm:pt>
    <dgm:pt modelId="{7569B940-AEB7-4FBC-ABC2-975D3E4C3F8F}" type="sibTrans" cxnId="{C0F7EA15-028C-4B39-A3B5-C69BAD0A76F5}">
      <dgm:prSet/>
      <dgm:spPr/>
      <dgm:t>
        <a:bodyPr/>
        <a:lstStyle/>
        <a:p>
          <a:endParaRPr lang="en-US"/>
        </a:p>
      </dgm:t>
    </dgm:pt>
    <dgm:pt modelId="{3ED2E92F-3406-42FC-B924-E66CB390A721}" type="pres">
      <dgm:prSet presAssocID="{F00F8085-A1B5-40CC-996F-AF55AFB692DE}" presName="root" presStyleCnt="0">
        <dgm:presLayoutVars>
          <dgm:dir/>
          <dgm:resizeHandles val="exact"/>
        </dgm:presLayoutVars>
      </dgm:prSet>
      <dgm:spPr/>
    </dgm:pt>
    <dgm:pt modelId="{BB14273F-54E5-40D5-AFF5-DCBE77741C7A}" type="pres">
      <dgm:prSet presAssocID="{F00F8085-A1B5-40CC-996F-AF55AFB692DE}" presName="container" presStyleCnt="0">
        <dgm:presLayoutVars>
          <dgm:dir/>
          <dgm:resizeHandles val="exact"/>
        </dgm:presLayoutVars>
      </dgm:prSet>
      <dgm:spPr/>
    </dgm:pt>
    <dgm:pt modelId="{1AD1EF3F-9AB1-4948-8F04-8EA6D9C9A495}" type="pres">
      <dgm:prSet presAssocID="{87F5388A-9E24-4E04-97A0-0645960D9CDE}" presName="compNode" presStyleCnt="0"/>
      <dgm:spPr/>
    </dgm:pt>
    <dgm:pt modelId="{6214E11D-B856-4A4A-BE4B-71B7E2623FCC}" type="pres">
      <dgm:prSet presAssocID="{87F5388A-9E24-4E04-97A0-0645960D9CDE}" presName="iconBgRect" presStyleLbl="bgShp" presStyleIdx="0" presStyleCnt="4"/>
      <dgm:spPr/>
    </dgm:pt>
    <dgm:pt modelId="{225B44C6-812E-4596-A94C-7909FA187857}" type="pres">
      <dgm:prSet presAssocID="{87F5388A-9E24-4E04-97A0-0645960D9CD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322478C-D93F-400B-B13E-2F1FE06FB63A}" type="pres">
      <dgm:prSet presAssocID="{87F5388A-9E24-4E04-97A0-0645960D9CDE}" presName="spaceRect" presStyleCnt="0"/>
      <dgm:spPr/>
    </dgm:pt>
    <dgm:pt modelId="{75076C2C-94E9-49F0-9963-31FC166B5A04}" type="pres">
      <dgm:prSet presAssocID="{87F5388A-9E24-4E04-97A0-0645960D9CDE}" presName="textRect" presStyleLbl="revTx" presStyleIdx="0" presStyleCnt="4">
        <dgm:presLayoutVars>
          <dgm:chMax val="1"/>
          <dgm:chPref val="1"/>
        </dgm:presLayoutVars>
      </dgm:prSet>
      <dgm:spPr/>
    </dgm:pt>
    <dgm:pt modelId="{A8907F59-4E47-4136-BD6F-062FBBC99AA7}" type="pres">
      <dgm:prSet presAssocID="{E0A9D2DC-A0D0-4311-82BA-0BCE053F91A9}" presName="sibTrans" presStyleLbl="sibTrans2D1" presStyleIdx="0" presStyleCnt="0"/>
      <dgm:spPr/>
    </dgm:pt>
    <dgm:pt modelId="{0A7B2D7A-34CB-4C2F-B18E-B19826442D8E}" type="pres">
      <dgm:prSet presAssocID="{739FBD96-C566-4C89-9144-DDFBCE6A168C}" presName="compNode" presStyleCnt="0"/>
      <dgm:spPr/>
    </dgm:pt>
    <dgm:pt modelId="{952D9E1C-B723-42AF-A8E1-27FE61202838}" type="pres">
      <dgm:prSet presAssocID="{739FBD96-C566-4C89-9144-DDFBCE6A168C}" presName="iconBgRect" presStyleLbl="bgShp" presStyleIdx="1" presStyleCnt="4"/>
      <dgm:spPr/>
    </dgm:pt>
    <dgm:pt modelId="{1B96FBEC-B4C3-491B-8161-0ED9EAF6BCC8}" type="pres">
      <dgm:prSet presAssocID="{739FBD96-C566-4C89-9144-DDFBCE6A16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novationHouseWithSparkles"/>
        </a:ext>
      </dgm:extLst>
    </dgm:pt>
    <dgm:pt modelId="{73FEF4DE-8D26-4E50-9809-AB9BC0C76291}" type="pres">
      <dgm:prSet presAssocID="{739FBD96-C566-4C89-9144-DDFBCE6A168C}" presName="spaceRect" presStyleCnt="0"/>
      <dgm:spPr/>
    </dgm:pt>
    <dgm:pt modelId="{CC00F081-0B13-413C-B244-45587DD1E66A}" type="pres">
      <dgm:prSet presAssocID="{739FBD96-C566-4C89-9144-DDFBCE6A168C}" presName="textRect" presStyleLbl="revTx" presStyleIdx="1" presStyleCnt="4">
        <dgm:presLayoutVars>
          <dgm:chMax val="1"/>
          <dgm:chPref val="1"/>
        </dgm:presLayoutVars>
      </dgm:prSet>
      <dgm:spPr/>
    </dgm:pt>
    <dgm:pt modelId="{14E5CEC2-4524-403D-B774-0A7CBBCC8BA1}" type="pres">
      <dgm:prSet presAssocID="{FE33F718-6BF2-415E-9E92-A35BFD9C7967}" presName="sibTrans" presStyleLbl="sibTrans2D1" presStyleIdx="0" presStyleCnt="0"/>
      <dgm:spPr/>
    </dgm:pt>
    <dgm:pt modelId="{C260C9C1-926B-43E6-824B-7DDD41A1079B}" type="pres">
      <dgm:prSet presAssocID="{B04160C3-5177-43D0-BD66-5545082D8A6A}" presName="compNode" presStyleCnt="0"/>
      <dgm:spPr/>
    </dgm:pt>
    <dgm:pt modelId="{061621CB-F10A-433F-87A4-CD7D73028041}" type="pres">
      <dgm:prSet presAssocID="{B04160C3-5177-43D0-BD66-5545082D8A6A}" presName="iconBgRect" presStyleLbl="bgShp" presStyleIdx="2" presStyleCnt="4"/>
      <dgm:spPr/>
    </dgm:pt>
    <dgm:pt modelId="{C7F0A8BB-C2E0-44B0-BA80-B276FBF95BD6}" type="pres">
      <dgm:prSet presAssocID="{B04160C3-5177-43D0-BD66-5545082D8A6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503C125-2948-46DD-969C-94E9D2B53C8D}" type="pres">
      <dgm:prSet presAssocID="{B04160C3-5177-43D0-BD66-5545082D8A6A}" presName="spaceRect" presStyleCnt="0"/>
      <dgm:spPr/>
    </dgm:pt>
    <dgm:pt modelId="{5927C661-98F5-4F8B-B264-4BC448EB00FF}" type="pres">
      <dgm:prSet presAssocID="{B04160C3-5177-43D0-BD66-5545082D8A6A}" presName="textRect" presStyleLbl="revTx" presStyleIdx="2" presStyleCnt="4">
        <dgm:presLayoutVars>
          <dgm:chMax val="1"/>
          <dgm:chPref val="1"/>
        </dgm:presLayoutVars>
      </dgm:prSet>
      <dgm:spPr/>
    </dgm:pt>
    <dgm:pt modelId="{4F5DD144-9C93-49EA-814A-9E597106E9C0}" type="pres">
      <dgm:prSet presAssocID="{235A1EC3-1F39-48C2-8390-8DB3FEC1DB97}" presName="sibTrans" presStyleLbl="sibTrans2D1" presStyleIdx="0" presStyleCnt="0"/>
      <dgm:spPr/>
    </dgm:pt>
    <dgm:pt modelId="{6C86C492-1CA0-4A26-9849-C49401ADACE3}" type="pres">
      <dgm:prSet presAssocID="{836ECBA4-A4E8-420D-8931-7B5BF27F34FB}" presName="compNode" presStyleCnt="0"/>
      <dgm:spPr/>
    </dgm:pt>
    <dgm:pt modelId="{BC8835BA-A384-4DFD-9288-463918B7FA15}" type="pres">
      <dgm:prSet presAssocID="{836ECBA4-A4E8-420D-8931-7B5BF27F34FB}" presName="iconBgRect" presStyleLbl="bgShp" presStyleIdx="3" presStyleCnt="4"/>
      <dgm:spPr/>
    </dgm:pt>
    <dgm:pt modelId="{FA1814F6-F9F1-4B55-8D9A-F85D17AEBA04}" type="pres">
      <dgm:prSet presAssocID="{836ECBA4-A4E8-420D-8931-7B5BF27F34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51CA71C-55A2-4D02-9099-ADC7D17AC1A0}" type="pres">
      <dgm:prSet presAssocID="{836ECBA4-A4E8-420D-8931-7B5BF27F34FB}" presName="spaceRect" presStyleCnt="0"/>
      <dgm:spPr/>
    </dgm:pt>
    <dgm:pt modelId="{0CE8C6AF-3BEB-477C-8221-DFB51C3989F7}" type="pres">
      <dgm:prSet presAssocID="{836ECBA4-A4E8-420D-8931-7B5BF27F34F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0F7EA15-028C-4B39-A3B5-C69BAD0A76F5}" srcId="{F00F8085-A1B5-40CC-996F-AF55AFB692DE}" destId="{836ECBA4-A4E8-420D-8931-7B5BF27F34FB}" srcOrd="3" destOrd="0" parTransId="{51ACCB9F-34D8-489D-8F08-A911E3D48C68}" sibTransId="{7569B940-AEB7-4FBC-ABC2-975D3E4C3F8F}"/>
    <dgm:cxn modelId="{07669D22-E540-45C1-81BD-11CDF5D88429}" srcId="{F00F8085-A1B5-40CC-996F-AF55AFB692DE}" destId="{87F5388A-9E24-4E04-97A0-0645960D9CDE}" srcOrd="0" destOrd="0" parTransId="{BA59C5E0-679D-4311-97C8-854F29C088EC}" sibTransId="{E0A9D2DC-A0D0-4311-82BA-0BCE053F91A9}"/>
    <dgm:cxn modelId="{AB41C251-716C-4C5C-8376-C7C9FF8C7BC0}" srcId="{F00F8085-A1B5-40CC-996F-AF55AFB692DE}" destId="{739FBD96-C566-4C89-9144-DDFBCE6A168C}" srcOrd="1" destOrd="0" parTransId="{1848F4CC-2B11-4E1B-BC40-5B4BD7DFE273}" sibTransId="{FE33F718-6BF2-415E-9E92-A35BFD9C7967}"/>
    <dgm:cxn modelId="{AB88177D-3902-46B3-8BF4-265F61A04FDE}" type="presOf" srcId="{739FBD96-C566-4C89-9144-DDFBCE6A168C}" destId="{CC00F081-0B13-413C-B244-45587DD1E66A}" srcOrd="0" destOrd="0" presId="urn:microsoft.com/office/officeart/2018/2/layout/IconCircleList"/>
    <dgm:cxn modelId="{BB717E89-C4E0-467D-BDE8-C76FE0782544}" type="presOf" srcId="{FE33F718-6BF2-415E-9E92-A35BFD9C7967}" destId="{14E5CEC2-4524-403D-B774-0A7CBBCC8BA1}" srcOrd="0" destOrd="0" presId="urn:microsoft.com/office/officeart/2018/2/layout/IconCircleList"/>
    <dgm:cxn modelId="{583B2E90-4FFA-4AB3-A1AA-C5622D839A6F}" type="presOf" srcId="{235A1EC3-1F39-48C2-8390-8DB3FEC1DB97}" destId="{4F5DD144-9C93-49EA-814A-9E597106E9C0}" srcOrd="0" destOrd="0" presId="urn:microsoft.com/office/officeart/2018/2/layout/IconCircleList"/>
    <dgm:cxn modelId="{3420309B-B6CB-4728-80F0-9080BF0711E5}" srcId="{F00F8085-A1B5-40CC-996F-AF55AFB692DE}" destId="{B04160C3-5177-43D0-BD66-5545082D8A6A}" srcOrd="2" destOrd="0" parTransId="{D9EAEDEF-049B-4C28-BD78-90FCEF57F0D9}" sibTransId="{235A1EC3-1F39-48C2-8390-8DB3FEC1DB97}"/>
    <dgm:cxn modelId="{D9EFD1A3-DC0F-4878-813C-132A61183C86}" type="presOf" srcId="{836ECBA4-A4E8-420D-8931-7B5BF27F34FB}" destId="{0CE8C6AF-3BEB-477C-8221-DFB51C3989F7}" srcOrd="0" destOrd="0" presId="urn:microsoft.com/office/officeart/2018/2/layout/IconCircleList"/>
    <dgm:cxn modelId="{A99D33BC-2925-4EAB-AF88-39EA1FEBB668}" type="presOf" srcId="{F00F8085-A1B5-40CC-996F-AF55AFB692DE}" destId="{3ED2E92F-3406-42FC-B924-E66CB390A721}" srcOrd="0" destOrd="0" presId="urn:microsoft.com/office/officeart/2018/2/layout/IconCircleList"/>
    <dgm:cxn modelId="{AB23A7D0-0AC3-48C5-BB18-ECD7B154002B}" type="presOf" srcId="{B04160C3-5177-43D0-BD66-5545082D8A6A}" destId="{5927C661-98F5-4F8B-B264-4BC448EB00FF}" srcOrd="0" destOrd="0" presId="urn:microsoft.com/office/officeart/2018/2/layout/IconCircleList"/>
    <dgm:cxn modelId="{F4048FF2-95EE-466C-8403-C02DF7BE5AFE}" type="presOf" srcId="{87F5388A-9E24-4E04-97A0-0645960D9CDE}" destId="{75076C2C-94E9-49F0-9963-31FC166B5A04}" srcOrd="0" destOrd="0" presId="urn:microsoft.com/office/officeart/2018/2/layout/IconCircleList"/>
    <dgm:cxn modelId="{40B977F5-5A2C-4237-97A9-2A33A63A58D0}" type="presOf" srcId="{E0A9D2DC-A0D0-4311-82BA-0BCE053F91A9}" destId="{A8907F59-4E47-4136-BD6F-062FBBC99AA7}" srcOrd="0" destOrd="0" presId="urn:microsoft.com/office/officeart/2018/2/layout/IconCircleList"/>
    <dgm:cxn modelId="{5A243937-DFE1-444A-9FA5-0C0DF513088B}" type="presParOf" srcId="{3ED2E92F-3406-42FC-B924-E66CB390A721}" destId="{BB14273F-54E5-40D5-AFF5-DCBE77741C7A}" srcOrd="0" destOrd="0" presId="urn:microsoft.com/office/officeart/2018/2/layout/IconCircleList"/>
    <dgm:cxn modelId="{71777C9B-EB7F-4B98-9A0C-A4ABA2CF2F21}" type="presParOf" srcId="{BB14273F-54E5-40D5-AFF5-DCBE77741C7A}" destId="{1AD1EF3F-9AB1-4948-8F04-8EA6D9C9A495}" srcOrd="0" destOrd="0" presId="urn:microsoft.com/office/officeart/2018/2/layout/IconCircleList"/>
    <dgm:cxn modelId="{9135F14D-BD6F-4B3E-BDC7-CF95255885DB}" type="presParOf" srcId="{1AD1EF3F-9AB1-4948-8F04-8EA6D9C9A495}" destId="{6214E11D-B856-4A4A-BE4B-71B7E2623FCC}" srcOrd="0" destOrd="0" presId="urn:microsoft.com/office/officeart/2018/2/layout/IconCircleList"/>
    <dgm:cxn modelId="{0EBC190C-843F-463F-8EAF-73CF119945AE}" type="presParOf" srcId="{1AD1EF3F-9AB1-4948-8F04-8EA6D9C9A495}" destId="{225B44C6-812E-4596-A94C-7909FA187857}" srcOrd="1" destOrd="0" presId="urn:microsoft.com/office/officeart/2018/2/layout/IconCircleList"/>
    <dgm:cxn modelId="{CC20927E-657C-4CC3-9AA2-1894F9B29B87}" type="presParOf" srcId="{1AD1EF3F-9AB1-4948-8F04-8EA6D9C9A495}" destId="{3322478C-D93F-400B-B13E-2F1FE06FB63A}" srcOrd="2" destOrd="0" presId="urn:microsoft.com/office/officeart/2018/2/layout/IconCircleList"/>
    <dgm:cxn modelId="{EA964CF0-7079-4076-8F5D-8083B618A83D}" type="presParOf" srcId="{1AD1EF3F-9AB1-4948-8F04-8EA6D9C9A495}" destId="{75076C2C-94E9-49F0-9963-31FC166B5A04}" srcOrd="3" destOrd="0" presId="urn:microsoft.com/office/officeart/2018/2/layout/IconCircleList"/>
    <dgm:cxn modelId="{ECF79FCA-787D-41F4-AFE4-11DD500F2CD5}" type="presParOf" srcId="{BB14273F-54E5-40D5-AFF5-DCBE77741C7A}" destId="{A8907F59-4E47-4136-BD6F-062FBBC99AA7}" srcOrd="1" destOrd="0" presId="urn:microsoft.com/office/officeart/2018/2/layout/IconCircleList"/>
    <dgm:cxn modelId="{9C8211AA-EEE6-4815-8265-993229E42D11}" type="presParOf" srcId="{BB14273F-54E5-40D5-AFF5-DCBE77741C7A}" destId="{0A7B2D7A-34CB-4C2F-B18E-B19826442D8E}" srcOrd="2" destOrd="0" presId="urn:microsoft.com/office/officeart/2018/2/layout/IconCircleList"/>
    <dgm:cxn modelId="{B5ED7B70-3FEA-4924-ACF3-BC2DB76E71BF}" type="presParOf" srcId="{0A7B2D7A-34CB-4C2F-B18E-B19826442D8E}" destId="{952D9E1C-B723-42AF-A8E1-27FE61202838}" srcOrd="0" destOrd="0" presId="urn:microsoft.com/office/officeart/2018/2/layout/IconCircleList"/>
    <dgm:cxn modelId="{FD5AC9C8-4897-4685-9CC5-261205C330E7}" type="presParOf" srcId="{0A7B2D7A-34CB-4C2F-B18E-B19826442D8E}" destId="{1B96FBEC-B4C3-491B-8161-0ED9EAF6BCC8}" srcOrd="1" destOrd="0" presId="urn:microsoft.com/office/officeart/2018/2/layout/IconCircleList"/>
    <dgm:cxn modelId="{59557536-35A5-4F46-B21B-964C25946704}" type="presParOf" srcId="{0A7B2D7A-34CB-4C2F-B18E-B19826442D8E}" destId="{73FEF4DE-8D26-4E50-9809-AB9BC0C76291}" srcOrd="2" destOrd="0" presId="urn:microsoft.com/office/officeart/2018/2/layout/IconCircleList"/>
    <dgm:cxn modelId="{D87F1B50-7AB4-471E-928F-DF33AFAC5128}" type="presParOf" srcId="{0A7B2D7A-34CB-4C2F-B18E-B19826442D8E}" destId="{CC00F081-0B13-413C-B244-45587DD1E66A}" srcOrd="3" destOrd="0" presId="urn:microsoft.com/office/officeart/2018/2/layout/IconCircleList"/>
    <dgm:cxn modelId="{3610DE15-6E7A-4972-82F2-DD5DE5C3D7E0}" type="presParOf" srcId="{BB14273F-54E5-40D5-AFF5-DCBE77741C7A}" destId="{14E5CEC2-4524-403D-B774-0A7CBBCC8BA1}" srcOrd="3" destOrd="0" presId="urn:microsoft.com/office/officeart/2018/2/layout/IconCircleList"/>
    <dgm:cxn modelId="{E08727CB-DAD6-46FC-9A3D-34EE32E74FB5}" type="presParOf" srcId="{BB14273F-54E5-40D5-AFF5-DCBE77741C7A}" destId="{C260C9C1-926B-43E6-824B-7DDD41A1079B}" srcOrd="4" destOrd="0" presId="urn:microsoft.com/office/officeart/2018/2/layout/IconCircleList"/>
    <dgm:cxn modelId="{AD42EDFC-D67B-47E1-8DE2-30EEBEB23834}" type="presParOf" srcId="{C260C9C1-926B-43E6-824B-7DDD41A1079B}" destId="{061621CB-F10A-433F-87A4-CD7D73028041}" srcOrd="0" destOrd="0" presId="urn:microsoft.com/office/officeart/2018/2/layout/IconCircleList"/>
    <dgm:cxn modelId="{9EFDBE6E-8202-4707-9EA0-82A1F79CDD78}" type="presParOf" srcId="{C260C9C1-926B-43E6-824B-7DDD41A1079B}" destId="{C7F0A8BB-C2E0-44B0-BA80-B276FBF95BD6}" srcOrd="1" destOrd="0" presId="urn:microsoft.com/office/officeart/2018/2/layout/IconCircleList"/>
    <dgm:cxn modelId="{2E8835BE-FEA3-4614-8233-EFBCC9F3C731}" type="presParOf" srcId="{C260C9C1-926B-43E6-824B-7DDD41A1079B}" destId="{9503C125-2948-46DD-969C-94E9D2B53C8D}" srcOrd="2" destOrd="0" presId="urn:microsoft.com/office/officeart/2018/2/layout/IconCircleList"/>
    <dgm:cxn modelId="{51EA2E32-2E1B-4C39-A89E-1A588A06792A}" type="presParOf" srcId="{C260C9C1-926B-43E6-824B-7DDD41A1079B}" destId="{5927C661-98F5-4F8B-B264-4BC448EB00FF}" srcOrd="3" destOrd="0" presId="urn:microsoft.com/office/officeart/2018/2/layout/IconCircleList"/>
    <dgm:cxn modelId="{372E150D-0FBD-4D5B-8BC2-D11232BEBCB5}" type="presParOf" srcId="{BB14273F-54E5-40D5-AFF5-DCBE77741C7A}" destId="{4F5DD144-9C93-49EA-814A-9E597106E9C0}" srcOrd="5" destOrd="0" presId="urn:microsoft.com/office/officeart/2018/2/layout/IconCircleList"/>
    <dgm:cxn modelId="{2D0373D7-5E65-4D5F-8221-CC383956DC32}" type="presParOf" srcId="{BB14273F-54E5-40D5-AFF5-DCBE77741C7A}" destId="{6C86C492-1CA0-4A26-9849-C49401ADACE3}" srcOrd="6" destOrd="0" presId="urn:microsoft.com/office/officeart/2018/2/layout/IconCircleList"/>
    <dgm:cxn modelId="{5B76FA14-658B-4F93-8EC3-26480AE57292}" type="presParOf" srcId="{6C86C492-1CA0-4A26-9849-C49401ADACE3}" destId="{BC8835BA-A384-4DFD-9288-463918B7FA15}" srcOrd="0" destOrd="0" presId="urn:microsoft.com/office/officeart/2018/2/layout/IconCircleList"/>
    <dgm:cxn modelId="{DBF8B2DA-11DF-4F46-8E0B-FD3FB576F224}" type="presParOf" srcId="{6C86C492-1CA0-4A26-9849-C49401ADACE3}" destId="{FA1814F6-F9F1-4B55-8D9A-F85D17AEBA04}" srcOrd="1" destOrd="0" presId="urn:microsoft.com/office/officeart/2018/2/layout/IconCircleList"/>
    <dgm:cxn modelId="{6AE6D5E8-AD49-4A61-BECC-41E65E00428A}" type="presParOf" srcId="{6C86C492-1CA0-4A26-9849-C49401ADACE3}" destId="{451CA71C-55A2-4D02-9099-ADC7D17AC1A0}" srcOrd="2" destOrd="0" presId="urn:microsoft.com/office/officeart/2018/2/layout/IconCircleList"/>
    <dgm:cxn modelId="{7B38A16C-ED7F-428B-AE51-8852FFF17775}" type="presParOf" srcId="{6C86C492-1CA0-4A26-9849-C49401ADACE3}" destId="{0CE8C6AF-3BEB-477C-8221-DFB51C3989F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47735A-1DE4-4CDD-8890-75E78AC97A5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F6757E-2DA4-48D0-AAF1-87AE529B5854}">
      <dgm:prSet/>
      <dgm:spPr/>
      <dgm:t>
        <a:bodyPr/>
        <a:lstStyle/>
        <a:p>
          <a:r>
            <a:rPr lang="en-US" dirty="0"/>
            <a:t>Built using IBM watsonx.ai and RAG</a:t>
          </a:r>
        </a:p>
      </dgm:t>
    </dgm:pt>
    <dgm:pt modelId="{15CA0169-178A-4575-AB38-E579BDA7D8CC}" type="parTrans" cxnId="{3A3983D8-6CB6-4A2F-986C-8B26B2510E51}">
      <dgm:prSet/>
      <dgm:spPr/>
      <dgm:t>
        <a:bodyPr/>
        <a:lstStyle/>
        <a:p>
          <a:endParaRPr lang="en-US"/>
        </a:p>
      </dgm:t>
    </dgm:pt>
    <dgm:pt modelId="{0F9A87C2-776D-49D6-9A28-BD702373140B}" type="sibTrans" cxnId="{3A3983D8-6CB6-4A2F-986C-8B26B2510E51}">
      <dgm:prSet/>
      <dgm:spPr/>
      <dgm:t>
        <a:bodyPr/>
        <a:lstStyle/>
        <a:p>
          <a:endParaRPr lang="en-US"/>
        </a:p>
      </dgm:t>
    </dgm:pt>
    <dgm:pt modelId="{98FF1AFB-0771-4453-873B-F5B750DDE6C2}">
      <dgm:prSet/>
      <dgm:spPr/>
      <dgm:t>
        <a:bodyPr/>
        <a:lstStyle/>
        <a:p>
          <a:r>
            <a:rPr lang="en-US" dirty="0"/>
            <a:t>Uses document grounding to find answers</a:t>
          </a:r>
        </a:p>
      </dgm:t>
    </dgm:pt>
    <dgm:pt modelId="{351DC10C-A46F-4EE3-ADBB-08ECB08B11C6}" type="parTrans" cxnId="{96921AB1-BD4D-413B-AFD8-858DD36E6F0D}">
      <dgm:prSet/>
      <dgm:spPr/>
      <dgm:t>
        <a:bodyPr/>
        <a:lstStyle/>
        <a:p>
          <a:endParaRPr lang="en-US"/>
        </a:p>
      </dgm:t>
    </dgm:pt>
    <dgm:pt modelId="{A6C712EC-948C-4843-BED8-49BCCD684F76}" type="sibTrans" cxnId="{96921AB1-BD4D-413B-AFD8-858DD36E6F0D}">
      <dgm:prSet/>
      <dgm:spPr/>
      <dgm:t>
        <a:bodyPr/>
        <a:lstStyle/>
        <a:p>
          <a:endParaRPr lang="en-US"/>
        </a:p>
      </dgm:t>
    </dgm:pt>
    <dgm:pt modelId="{C2A58DF2-2F8A-47B9-B682-6C2C96C7B676}">
      <dgm:prSet/>
      <dgm:spPr/>
      <dgm:t>
        <a:bodyPr/>
        <a:lstStyle/>
        <a:p>
          <a:r>
            <a:rPr lang="en-US"/>
            <a:t>Explains denial reasons and policy terms</a:t>
          </a:r>
        </a:p>
      </dgm:t>
    </dgm:pt>
    <dgm:pt modelId="{1205D8B5-17DA-45E7-A303-B7F0A9263B5B}" type="parTrans" cxnId="{7206FF36-E34D-49B0-9D6C-F11833414C7C}">
      <dgm:prSet/>
      <dgm:spPr/>
      <dgm:t>
        <a:bodyPr/>
        <a:lstStyle/>
        <a:p>
          <a:endParaRPr lang="en-US"/>
        </a:p>
      </dgm:t>
    </dgm:pt>
    <dgm:pt modelId="{F1436CB1-ECBD-41C4-8F11-02599715BD59}" type="sibTrans" cxnId="{7206FF36-E34D-49B0-9D6C-F11833414C7C}">
      <dgm:prSet/>
      <dgm:spPr/>
      <dgm:t>
        <a:bodyPr/>
        <a:lstStyle/>
        <a:p>
          <a:endParaRPr lang="en-US"/>
        </a:p>
      </dgm:t>
    </dgm:pt>
    <dgm:pt modelId="{25A60D9E-09DD-485B-AD84-0B00F30F9076}">
      <dgm:prSet/>
      <dgm:spPr/>
      <dgm:t>
        <a:bodyPr/>
        <a:lstStyle/>
        <a:p>
          <a:r>
            <a:rPr lang="en-US"/>
            <a:t>Offers tone-customized responses and next steps</a:t>
          </a:r>
        </a:p>
      </dgm:t>
    </dgm:pt>
    <dgm:pt modelId="{8B86305A-E25F-4800-AA38-E484147776B2}" type="parTrans" cxnId="{A5F0CD56-175F-4C33-ACC3-9377C6D26D61}">
      <dgm:prSet/>
      <dgm:spPr/>
      <dgm:t>
        <a:bodyPr/>
        <a:lstStyle/>
        <a:p>
          <a:endParaRPr lang="en-US"/>
        </a:p>
      </dgm:t>
    </dgm:pt>
    <dgm:pt modelId="{5643E964-C680-4834-A5AC-83B1BB679E1E}" type="sibTrans" cxnId="{A5F0CD56-175F-4C33-ACC3-9377C6D26D61}">
      <dgm:prSet/>
      <dgm:spPr/>
      <dgm:t>
        <a:bodyPr/>
        <a:lstStyle/>
        <a:p>
          <a:endParaRPr lang="en-US"/>
        </a:p>
      </dgm:t>
    </dgm:pt>
    <dgm:pt modelId="{52E98D11-239F-4907-8DE2-6162068115AB}" type="pres">
      <dgm:prSet presAssocID="{D547735A-1DE4-4CDD-8890-75E78AC97A59}" presName="matrix" presStyleCnt="0">
        <dgm:presLayoutVars>
          <dgm:chMax val="1"/>
          <dgm:dir/>
          <dgm:resizeHandles val="exact"/>
        </dgm:presLayoutVars>
      </dgm:prSet>
      <dgm:spPr/>
    </dgm:pt>
    <dgm:pt modelId="{D2240C12-C049-4759-BFD2-B21BDD4AF757}" type="pres">
      <dgm:prSet presAssocID="{D547735A-1DE4-4CDD-8890-75E78AC97A59}" presName="diamond" presStyleLbl="bgShp" presStyleIdx="0" presStyleCnt="1"/>
      <dgm:spPr/>
    </dgm:pt>
    <dgm:pt modelId="{320D8BB6-83F1-4E2D-B699-E833953A48EC}" type="pres">
      <dgm:prSet presAssocID="{D547735A-1DE4-4CDD-8890-75E78AC97A5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33FE629-9F02-4BF7-BC22-AEF17F1F842B}" type="pres">
      <dgm:prSet presAssocID="{D547735A-1DE4-4CDD-8890-75E78AC97A5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BCF1175-33E2-4D96-A3FA-6D32802DC106}" type="pres">
      <dgm:prSet presAssocID="{D547735A-1DE4-4CDD-8890-75E78AC97A5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9FF6313-BCF9-4A23-8243-740CEC3C2F6F}" type="pres">
      <dgm:prSet presAssocID="{D547735A-1DE4-4CDD-8890-75E78AC97A5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B90A627-E1FC-45E8-A4EF-120DA3AECCA8}" type="presOf" srcId="{C2A58DF2-2F8A-47B9-B682-6C2C96C7B676}" destId="{9BCF1175-33E2-4D96-A3FA-6D32802DC106}" srcOrd="0" destOrd="0" presId="urn:microsoft.com/office/officeart/2005/8/layout/matrix3"/>
    <dgm:cxn modelId="{87CE212F-D320-4A88-A7AD-49B14E91FFF8}" type="presOf" srcId="{B1F6757E-2DA4-48D0-AAF1-87AE529B5854}" destId="{320D8BB6-83F1-4E2D-B699-E833953A48EC}" srcOrd="0" destOrd="0" presId="urn:microsoft.com/office/officeart/2005/8/layout/matrix3"/>
    <dgm:cxn modelId="{7206FF36-E34D-49B0-9D6C-F11833414C7C}" srcId="{D547735A-1DE4-4CDD-8890-75E78AC97A59}" destId="{C2A58DF2-2F8A-47B9-B682-6C2C96C7B676}" srcOrd="2" destOrd="0" parTransId="{1205D8B5-17DA-45E7-A303-B7F0A9263B5B}" sibTransId="{F1436CB1-ECBD-41C4-8F11-02599715BD59}"/>
    <dgm:cxn modelId="{A5F0CD56-175F-4C33-ACC3-9377C6D26D61}" srcId="{D547735A-1DE4-4CDD-8890-75E78AC97A59}" destId="{25A60D9E-09DD-485B-AD84-0B00F30F9076}" srcOrd="3" destOrd="0" parTransId="{8B86305A-E25F-4800-AA38-E484147776B2}" sibTransId="{5643E964-C680-4834-A5AC-83B1BB679E1E}"/>
    <dgm:cxn modelId="{7954799C-4E3A-455B-B41C-E48F311EB2D9}" type="presOf" srcId="{98FF1AFB-0771-4453-873B-F5B750DDE6C2}" destId="{233FE629-9F02-4BF7-BC22-AEF17F1F842B}" srcOrd="0" destOrd="0" presId="urn:microsoft.com/office/officeart/2005/8/layout/matrix3"/>
    <dgm:cxn modelId="{96921AB1-BD4D-413B-AFD8-858DD36E6F0D}" srcId="{D547735A-1DE4-4CDD-8890-75E78AC97A59}" destId="{98FF1AFB-0771-4453-873B-F5B750DDE6C2}" srcOrd="1" destOrd="0" parTransId="{351DC10C-A46F-4EE3-ADBB-08ECB08B11C6}" sibTransId="{A6C712EC-948C-4843-BED8-49BCCD684F76}"/>
    <dgm:cxn modelId="{5A877DD6-4A61-403D-9785-24A16F35A338}" type="presOf" srcId="{D547735A-1DE4-4CDD-8890-75E78AC97A59}" destId="{52E98D11-239F-4907-8DE2-6162068115AB}" srcOrd="0" destOrd="0" presId="urn:microsoft.com/office/officeart/2005/8/layout/matrix3"/>
    <dgm:cxn modelId="{3A3983D8-6CB6-4A2F-986C-8B26B2510E51}" srcId="{D547735A-1DE4-4CDD-8890-75E78AC97A59}" destId="{B1F6757E-2DA4-48D0-AAF1-87AE529B5854}" srcOrd="0" destOrd="0" parTransId="{15CA0169-178A-4575-AB38-E579BDA7D8CC}" sibTransId="{0F9A87C2-776D-49D6-9A28-BD702373140B}"/>
    <dgm:cxn modelId="{3480DFE0-8BDD-4E5D-AC4A-C564DED130E2}" type="presOf" srcId="{25A60D9E-09DD-485B-AD84-0B00F30F9076}" destId="{69FF6313-BCF9-4A23-8243-740CEC3C2F6F}" srcOrd="0" destOrd="0" presId="urn:microsoft.com/office/officeart/2005/8/layout/matrix3"/>
    <dgm:cxn modelId="{DAD90D2E-6D59-42B2-BE8F-49727EA28BAC}" type="presParOf" srcId="{52E98D11-239F-4907-8DE2-6162068115AB}" destId="{D2240C12-C049-4759-BFD2-B21BDD4AF757}" srcOrd="0" destOrd="0" presId="urn:microsoft.com/office/officeart/2005/8/layout/matrix3"/>
    <dgm:cxn modelId="{518F4BB7-1E89-413D-BA81-6D080A302493}" type="presParOf" srcId="{52E98D11-239F-4907-8DE2-6162068115AB}" destId="{320D8BB6-83F1-4E2D-B699-E833953A48EC}" srcOrd="1" destOrd="0" presId="urn:microsoft.com/office/officeart/2005/8/layout/matrix3"/>
    <dgm:cxn modelId="{22A7F948-9E9F-43EA-9A3E-11E79C6E854F}" type="presParOf" srcId="{52E98D11-239F-4907-8DE2-6162068115AB}" destId="{233FE629-9F02-4BF7-BC22-AEF17F1F842B}" srcOrd="2" destOrd="0" presId="urn:microsoft.com/office/officeart/2005/8/layout/matrix3"/>
    <dgm:cxn modelId="{720089AC-6F40-4DDE-AE3D-428817DF9485}" type="presParOf" srcId="{52E98D11-239F-4907-8DE2-6162068115AB}" destId="{9BCF1175-33E2-4D96-A3FA-6D32802DC106}" srcOrd="3" destOrd="0" presId="urn:microsoft.com/office/officeart/2005/8/layout/matrix3"/>
    <dgm:cxn modelId="{58F9AE61-5CFB-44C1-B0F3-FEA8395AB3B3}" type="presParOf" srcId="{52E98D11-239F-4907-8DE2-6162068115AB}" destId="{69FF6313-BCF9-4A23-8243-740CEC3C2F6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9A031D-B6C0-4D03-90E8-D52663807F1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1_2" csCatId="accent1" phldr="1"/>
      <dgm:spPr/>
      <dgm:t>
        <a:bodyPr/>
        <a:lstStyle/>
        <a:p>
          <a:endParaRPr lang="en-US"/>
        </a:p>
      </dgm:t>
    </dgm:pt>
    <dgm:pt modelId="{F9F8C329-C95C-4A59-8F44-69C73E5C7D94}">
      <dgm:prSet/>
      <dgm:spPr/>
      <dgm:t>
        <a:bodyPr/>
        <a:lstStyle/>
        <a:p>
          <a:pPr>
            <a:defRPr cap="all"/>
          </a:pPr>
          <a:r>
            <a:rPr lang="en-US"/>
            <a:t>Saves time and reduces confusion</a:t>
          </a:r>
        </a:p>
      </dgm:t>
    </dgm:pt>
    <dgm:pt modelId="{50975560-C29B-4E32-9010-DB6A5B177F60}" type="parTrans" cxnId="{5D623DCB-7B96-486E-A92A-E944F1A99ED0}">
      <dgm:prSet/>
      <dgm:spPr/>
      <dgm:t>
        <a:bodyPr/>
        <a:lstStyle/>
        <a:p>
          <a:endParaRPr lang="en-US"/>
        </a:p>
      </dgm:t>
    </dgm:pt>
    <dgm:pt modelId="{C27E94F0-ADB1-45D1-84B9-784DB4BD7BDA}" type="sibTrans" cxnId="{5D623DCB-7B96-486E-A92A-E944F1A99ED0}">
      <dgm:prSet/>
      <dgm:spPr/>
      <dgm:t>
        <a:bodyPr/>
        <a:lstStyle/>
        <a:p>
          <a:endParaRPr lang="en-US"/>
        </a:p>
      </dgm:t>
    </dgm:pt>
    <dgm:pt modelId="{4830B30E-27F2-42BF-8A8A-0767005B8BBB}">
      <dgm:prSet/>
      <dgm:spPr/>
      <dgm:t>
        <a:bodyPr/>
        <a:lstStyle/>
        <a:p>
          <a:pPr>
            <a:defRPr cap="all"/>
          </a:pPr>
          <a:r>
            <a:rPr lang="en-US"/>
            <a:t>Improves trust and transparency</a:t>
          </a:r>
        </a:p>
      </dgm:t>
    </dgm:pt>
    <dgm:pt modelId="{EF39C1A0-51B9-4EB9-8932-179FCC1445D3}" type="parTrans" cxnId="{185C4D01-2AF4-44CF-B2D1-EDDF89075DB5}">
      <dgm:prSet/>
      <dgm:spPr/>
      <dgm:t>
        <a:bodyPr/>
        <a:lstStyle/>
        <a:p>
          <a:endParaRPr lang="en-US"/>
        </a:p>
      </dgm:t>
    </dgm:pt>
    <dgm:pt modelId="{8E393E01-D40C-4927-B322-96740F53E169}" type="sibTrans" cxnId="{185C4D01-2AF4-44CF-B2D1-EDDF89075DB5}">
      <dgm:prSet/>
      <dgm:spPr/>
      <dgm:t>
        <a:bodyPr/>
        <a:lstStyle/>
        <a:p>
          <a:endParaRPr lang="en-US"/>
        </a:p>
      </dgm:t>
    </dgm:pt>
    <dgm:pt modelId="{4EF45190-6467-438F-A556-A78795ECD54B}">
      <dgm:prSet/>
      <dgm:spPr/>
      <dgm:t>
        <a:bodyPr/>
        <a:lstStyle/>
        <a:p>
          <a:pPr>
            <a:defRPr cap="all"/>
          </a:pPr>
          <a:r>
            <a:rPr lang="en-US"/>
            <a:t>Built to scale across insurers</a:t>
          </a:r>
        </a:p>
      </dgm:t>
    </dgm:pt>
    <dgm:pt modelId="{A15106AA-04A4-4112-B006-B1DC0B3B14B0}" type="parTrans" cxnId="{A2B50561-09D2-48EF-9AC5-7E596FA74438}">
      <dgm:prSet/>
      <dgm:spPr/>
      <dgm:t>
        <a:bodyPr/>
        <a:lstStyle/>
        <a:p>
          <a:endParaRPr lang="en-US"/>
        </a:p>
      </dgm:t>
    </dgm:pt>
    <dgm:pt modelId="{7C69916D-D11F-47DA-B93B-775543580637}" type="sibTrans" cxnId="{A2B50561-09D2-48EF-9AC5-7E596FA74438}">
      <dgm:prSet/>
      <dgm:spPr/>
      <dgm:t>
        <a:bodyPr/>
        <a:lstStyle/>
        <a:p>
          <a:endParaRPr lang="en-US"/>
        </a:p>
      </dgm:t>
    </dgm:pt>
    <dgm:pt modelId="{8F653EED-3CD7-4DCC-866B-E59685647D2B}">
      <dgm:prSet/>
      <dgm:spPr/>
      <dgm:t>
        <a:bodyPr/>
        <a:lstStyle/>
        <a:p>
          <a:pPr>
            <a:defRPr cap="all"/>
          </a:pPr>
          <a:r>
            <a:rPr lang="en-US"/>
            <a:t>Reduces support tickets and appeals</a:t>
          </a:r>
        </a:p>
      </dgm:t>
    </dgm:pt>
    <dgm:pt modelId="{EEBC33E2-8DBF-400E-93A6-4FB3E5CCC4FC}" type="parTrans" cxnId="{2214F816-B2C2-4029-A265-AE6D023D5A3F}">
      <dgm:prSet/>
      <dgm:spPr/>
      <dgm:t>
        <a:bodyPr/>
        <a:lstStyle/>
        <a:p>
          <a:endParaRPr lang="en-US"/>
        </a:p>
      </dgm:t>
    </dgm:pt>
    <dgm:pt modelId="{89C42991-DF5A-4565-AE2E-946EF85E122C}" type="sibTrans" cxnId="{2214F816-B2C2-4029-A265-AE6D023D5A3F}">
      <dgm:prSet/>
      <dgm:spPr/>
      <dgm:t>
        <a:bodyPr/>
        <a:lstStyle/>
        <a:p>
          <a:endParaRPr lang="en-US"/>
        </a:p>
      </dgm:t>
    </dgm:pt>
    <dgm:pt modelId="{5CD22E22-E422-499F-A67F-C33E1DC03575}" type="pres">
      <dgm:prSet presAssocID="{A79A031D-B6C0-4D03-90E8-D52663807F15}" presName="root" presStyleCnt="0">
        <dgm:presLayoutVars>
          <dgm:dir/>
          <dgm:resizeHandles val="exact"/>
        </dgm:presLayoutVars>
      </dgm:prSet>
      <dgm:spPr/>
    </dgm:pt>
    <dgm:pt modelId="{F987D7EE-6D6E-4FB7-8022-D4BFB0ED025E}" type="pres">
      <dgm:prSet presAssocID="{F9F8C329-C95C-4A59-8F44-69C73E5C7D94}" presName="compNode" presStyleCnt="0"/>
      <dgm:spPr/>
    </dgm:pt>
    <dgm:pt modelId="{AD23E46B-78BA-4C43-BF90-DC55965F3483}" type="pres">
      <dgm:prSet presAssocID="{F9F8C329-C95C-4A59-8F44-69C73E5C7D9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CBDDD88-5E13-451E-9F73-678DF477FBDD}" type="pres">
      <dgm:prSet presAssocID="{F9F8C329-C95C-4A59-8F44-69C73E5C7D9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9DACBC3-50B3-4A38-A383-B0E16A7352BF}" type="pres">
      <dgm:prSet presAssocID="{F9F8C329-C95C-4A59-8F44-69C73E5C7D94}" presName="spaceRect" presStyleCnt="0"/>
      <dgm:spPr/>
    </dgm:pt>
    <dgm:pt modelId="{87F2B950-CB2A-422F-A7F8-A0ADFECFCED0}" type="pres">
      <dgm:prSet presAssocID="{F9F8C329-C95C-4A59-8F44-69C73E5C7D94}" presName="textRect" presStyleLbl="revTx" presStyleIdx="0" presStyleCnt="4">
        <dgm:presLayoutVars>
          <dgm:chMax val="1"/>
          <dgm:chPref val="1"/>
        </dgm:presLayoutVars>
      </dgm:prSet>
      <dgm:spPr/>
    </dgm:pt>
    <dgm:pt modelId="{4EAD672C-F263-4CC2-8A85-0ADEB6342590}" type="pres">
      <dgm:prSet presAssocID="{C27E94F0-ADB1-45D1-84B9-784DB4BD7BDA}" presName="sibTrans" presStyleCnt="0"/>
      <dgm:spPr/>
    </dgm:pt>
    <dgm:pt modelId="{D3861C39-8580-45CE-9D48-AE0EAC39E2E1}" type="pres">
      <dgm:prSet presAssocID="{4830B30E-27F2-42BF-8A8A-0767005B8BBB}" presName="compNode" presStyleCnt="0"/>
      <dgm:spPr/>
    </dgm:pt>
    <dgm:pt modelId="{620B8BAD-8C42-4942-8D1A-DF504798C6F3}" type="pres">
      <dgm:prSet presAssocID="{4830B30E-27F2-42BF-8A8A-0767005B8BBB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0BD2B39-D16A-414E-847D-FDB52B7D0489}" type="pres">
      <dgm:prSet presAssocID="{4830B30E-27F2-42BF-8A8A-0767005B8B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C61FB9D-9FD8-4614-A0B0-394B42DB8607}" type="pres">
      <dgm:prSet presAssocID="{4830B30E-27F2-42BF-8A8A-0767005B8BBB}" presName="spaceRect" presStyleCnt="0"/>
      <dgm:spPr/>
    </dgm:pt>
    <dgm:pt modelId="{74CACB9F-7E69-44EB-8C72-D1D7590EC586}" type="pres">
      <dgm:prSet presAssocID="{4830B30E-27F2-42BF-8A8A-0767005B8BBB}" presName="textRect" presStyleLbl="revTx" presStyleIdx="1" presStyleCnt="4">
        <dgm:presLayoutVars>
          <dgm:chMax val="1"/>
          <dgm:chPref val="1"/>
        </dgm:presLayoutVars>
      </dgm:prSet>
      <dgm:spPr/>
    </dgm:pt>
    <dgm:pt modelId="{2238CA79-DBE3-40B7-AC79-7A431CEB642F}" type="pres">
      <dgm:prSet presAssocID="{8E393E01-D40C-4927-B322-96740F53E169}" presName="sibTrans" presStyleCnt="0"/>
      <dgm:spPr/>
    </dgm:pt>
    <dgm:pt modelId="{839CEEEF-A216-4564-B47C-76B18C33B9F6}" type="pres">
      <dgm:prSet presAssocID="{4EF45190-6467-438F-A556-A78795ECD54B}" presName="compNode" presStyleCnt="0"/>
      <dgm:spPr/>
    </dgm:pt>
    <dgm:pt modelId="{7A3FBC07-91A2-4380-B737-9503D1659D48}" type="pres">
      <dgm:prSet presAssocID="{4EF45190-6467-438F-A556-A78795ECD54B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D2977DA-809E-4F9C-88E4-98EC4293DC38}" type="pres">
      <dgm:prSet presAssocID="{4EF45190-6467-438F-A556-A78795ECD54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ACC429E4-FAED-4927-B67D-E82F3BC1B01A}" type="pres">
      <dgm:prSet presAssocID="{4EF45190-6467-438F-A556-A78795ECD54B}" presName="spaceRect" presStyleCnt="0"/>
      <dgm:spPr/>
    </dgm:pt>
    <dgm:pt modelId="{DAF9FDA2-D7D5-410B-AAAC-0768FF3E39E1}" type="pres">
      <dgm:prSet presAssocID="{4EF45190-6467-438F-A556-A78795ECD54B}" presName="textRect" presStyleLbl="revTx" presStyleIdx="2" presStyleCnt="4">
        <dgm:presLayoutVars>
          <dgm:chMax val="1"/>
          <dgm:chPref val="1"/>
        </dgm:presLayoutVars>
      </dgm:prSet>
      <dgm:spPr/>
    </dgm:pt>
    <dgm:pt modelId="{0D83DBBC-8EA7-4133-8B20-C021C2B7B5C6}" type="pres">
      <dgm:prSet presAssocID="{7C69916D-D11F-47DA-B93B-775543580637}" presName="sibTrans" presStyleCnt="0"/>
      <dgm:spPr/>
    </dgm:pt>
    <dgm:pt modelId="{E1A485AB-C138-482A-BC0B-4BF14671822D}" type="pres">
      <dgm:prSet presAssocID="{8F653EED-3CD7-4DCC-866B-E59685647D2B}" presName="compNode" presStyleCnt="0"/>
      <dgm:spPr/>
    </dgm:pt>
    <dgm:pt modelId="{5B829196-4181-4E4E-B451-9DE17E37E9D3}" type="pres">
      <dgm:prSet presAssocID="{8F653EED-3CD7-4DCC-866B-E59685647D2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6714015-C012-4764-A7E4-145619BE1E01}" type="pres">
      <dgm:prSet presAssocID="{8F653EED-3CD7-4DCC-866B-E59685647D2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92DBFD7B-7591-420B-818B-0851EBAC3146}" type="pres">
      <dgm:prSet presAssocID="{8F653EED-3CD7-4DCC-866B-E59685647D2B}" presName="spaceRect" presStyleCnt="0"/>
      <dgm:spPr/>
    </dgm:pt>
    <dgm:pt modelId="{A6CC0676-5A1F-46AD-8DFD-72A3A6399784}" type="pres">
      <dgm:prSet presAssocID="{8F653EED-3CD7-4DCC-866B-E59685647D2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85C4D01-2AF4-44CF-B2D1-EDDF89075DB5}" srcId="{A79A031D-B6C0-4D03-90E8-D52663807F15}" destId="{4830B30E-27F2-42BF-8A8A-0767005B8BBB}" srcOrd="1" destOrd="0" parTransId="{EF39C1A0-51B9-4EB9-8932-179FCC1445D3}" sibTransId="{8E393E01-D40C-4927-B322-96740F53E169}"/>
    <dgm:cxn modelId="{2214F816-B2C2-4029-A265-AE6D023D5A3F}" srcId="{A79A031D-B6C0-4D03-90E8-D52663807F15}" destId="{8F653EED-3CD7-4DCC-866B-E59685647D2B}" srcOrd="3" destOrd="0" parTransId="{EEBC33E2-8DBF-400E-93A6-4FB3E5CCC4FC}" sibTransId="{89C42991-DF5A-4565-AE2E-946EF85E122C}"/>
    <dgm:cxn modelId="{4AEA5523-30C3-4D8B-B062-2B7A52C0BE39}" type="presOf" srcId="{F9F8C329-C95C-4A59-8F44-69C73E5C7D94}" destId="{87F2B950-CB2A-422F-A7F8-A0ADFECFCED0}" srcOrd="0" destOrd="0" presId="urn:microsoft.com/office/officeart/2018/5/layout/IconLeafLabelList"/>
    <dgm:cxn modelId="{A2B50561-09D2-48EF-9AC5-7E596FA74438}" srcId="{A79A031D-B6C0-4D03-90E8-D52663807F15}" destId="{4EF45190-6467-438F-A556-A78795ECD54B}" srcOrd="2" destOrd="0" parTransId="{A15106AA-04A4-4112-B006-B1DC0B3B14B0}" sibTransId="{7C69916D-D11F-47DA-B93B-775543580637}"/>
    <dgm:cxn modelId="{A1A0CC46-018E-4E45-ADF9-FBA646A005DF}" type="presOf" srcId="{A79A031D-B6C0-4D03-90E8-D52663807F15}" destId="{5CD22E22-E422-499F-A67F-C33E1DC03575}" srcOrd="0" destOrd="0" presId="urn:microsoft.com/office/officeart/2018/5/layout/IconLeafLabelList"/>
    <dgm:cxn modelId="{32D3A9A9-969F-41C0-9063-56E86C3CBF39}" type="presOf" srcId="{4EF45190-6467-438F-A556-A78795ECD54B}" destId="{DAF9FDA2-D7D5-410B-AAAC-0768FF3E39E1}" srcOrd="0" destOrd="0" presId="urn:microsoft.com/office/officeart/2018/5/layout/IconLeafLabelList"/>
    <dgm:cxn modelId="{6E45F9B1-F27D-46E9-BD01-BC15A0CF6059}" type="presOf" srcId="{4830B30E-27F2-42BF-8A8A-0767005B8BBB}" destId="{74CACB9F-7E69-44EB-8C72-D1D7590EC586}" srcOrd="0" destOrd="0" presId="urn:microsoft.com/office/officeart/2018/5/layout/IconLeafLabelList"/>
    <dgm:cxn modelId="{5D623DCB-7B96-486E-A92A-E944F1A99ED0}" srcId="{A79A031D-B6C0-4D03-90E8-D52663807F15}" destId="{F9F8C329-C95C-4A59-8F44-69C73E5C7D94}" srcOrd="0" destOrd="0" parTransId="{50975560-C29B-4E32-9010-DB6A5B177F60}" sibTransId="{C27E94F0-ADB1-45D1-84B9-784DB4BD7BDA}"/>
    <dgm:cxn modelId="{31B7AED6-1C60-4BC1-A27E-637D1854F0C0}" type="presOf" srcId="{8F653EED-3CD7-4DCC-866B-E59685647D2B}" destId="{A6CC0676-5A1F-46AD-8DFD-72A3A6399784}" srcOrd="0" destOrd="0" presId="urn:microsoft.com/office/officeart/2018/5/layout/IconLeafLabelList"/>
    <dgm:cxn modelId="{56D1C29F-1F55-4FC5-A125-7D1DC3974B2E}" type="presParOf" srcId="{5CD22E22-E422-499F-A67F-C33E1DC03575}" destId="{F987D7EE-6D6E-4FB7-8022-D4BFB0ED025E}" srcOrd="0" destOrd="0" presId="urn:microsoft.com/office/officeart/2018/5/layout/IconLeafLabelList"/>
    <dgm:cxn modelId="{7285CD1A-885B-4629-8262-204ABEB90252}" type="presParOf" srcId="{F987D7EE-6D6E-4FB7-8022-D4BFB0ED025E}" destId="{AD23E46B-78BA-4C43-BF90-DC55965F3483}" srcOrd="0" destOrd="0" presId="urn:microsoft.com/office/officeart/2018/5/layout/IconLeafLabelList"/>
    <dgm:cxn modelId="{6606048D-5DA8-439F-AA0E-65BF4FF90C60}" type="presParOf" srcId="{F987D7EE-6D6E-4FB7-8022-D4BFB0ED025E}" destId="{ECBDDD88-5E13-451E-9F73-678DF477FBDD}" srcOrd="1" destOrd="0" presId="urn:microsoft.com/office/officeart/2018/5/layout/IconLeafLabelList"/>
    <dgm:cxn modelId="{588124F7-25FD-4F0C-A087-AF7A2ABD16F3}" type="presParOf" srcId="{F987D7EE-6D6E-4FB7-8022-D4BFB0ED025E}" destId="{D9DACBC3-50B3-4A38-A383-B0E16A7352BF}" srcOrd="2" destOrd="0" presId="urn:microsoft.com/office/officeart/2018/5/layout/IconLeafLabelList"/>
    <dgm:cxn modelId="{5689EEAC-E02D-4739-99D8-C71575850A4B}" type="presParOf" srcId="{F987D7EE-6D6E-4FB7-8022-D4BFB0ED025E}" destId="{87F2B950-CB2A-422F-A7F8-A0ADFECFCED0}" srcOrd="3" destOrd="0" presId="urn:microsoft.com/office/officeart/2018/5/layout/IconLeafLabelList"/>
    <dgm:cxn modelId="{470C749E-BA48-4F23-B864-FEBC05CE3AA8}" type="presParOf" srcId="{5CD22E22-E422-499F-A67F-C33E1DC03575}" destId="{4EAD672C-F263-4CC2-8A85-0ADEB6342590}" srcOrd="1" destOrd="0" presId="urn:microsoft.com/office/officeart/2018/5/layout/IconLeafLabelList"/>
    <dgm:cxn modelId="{DC569D16-BFFD-46F0-AB4B-5FD0806E3C7C}" type="presParOf" srcId="{5CD22E22-E422-499F-A67F-C33E1DC03575}" destId="{D3861C39-8580-45CE-9D48-AE0EAC39E2E1}" srcOrd="2" destOrd="0" presId="urn:microsoft.com/office/officeart/2018/5/layout/IconLeafLabelList"/>
    <dgm:cxn modelId="{EC8E17D0-D5AF-4469-B6E3-AF861307E10E}" type="presParOf" srcId="{D3861C39-8580-45CE-9D48-AE0EAC39E2E1}" destId="{620B8BAD-8C42-4942-8D1A-DF504798C6F3}" srcOrd="0" destOrd="0" presId="urn:microsoft.com/office/officeart/2018/5/layout/IconLeafLabelList"/>
    <dgm:cxn modelId="{32C8B8AF-6250-49A5-B39B-7F80252C277A}" type="presParOf" srcId="{D3861C39-8580-45CE-9D48-AE0EAC39E2E1}" destId="{90BD2B39-D16A-414E-847D-FDB52B7D0489}" srcOrd="1" destOrd="0" presId="urn:microsoft.com/office/officeart/2018/5/layout/IconLeafLabelList"/>
    <dgm:cxn modelId="{73EC4405-86AE-40C1-8EBE-B6D55750CD07}" type="presParOf" srcId="{D3861C39-8580-45CE-9D48-AE0EAC39E2E1}" destId="{9C61FB9D-9FD8-4614-A0B0-394B42DB8607}" srcOrd="2" destOrd="0" presId="urn:microsoft.com/office/officeart/2018/5/layout/IconLeafLabelList"/>
    <dgm:cxn modelId="{09C0DE5B-69BD-4963-B751-0AEC37096D98}" type="presParOf" srcId="{D3861C39-8580-45CE-9D48-AE0EAC39E2E1}" destId="{74CACB9F-7E69-44EB-8C72-D1D7590EC586}" srcOrd="3" destOrd="0" presId="urn:microsoft.com/office/officeart/2018/5/layout/IconLeafLabelList"/>
    <dgm:cxn modelId="{5074673C-B322-4672-AC5C-2096C37DA976}" type="presParOf" srcId="{5CD22E22-E422-499F-A67F-C33E1DC03575}" destId="{2238CA79-DBE3-40B7-AC79-7A431CEB642F}" srcOrd="3" destOrd="0" presId="urn:microsoft.com/office/officeart/2018/5/layout/IconLeafLabelList"/>
    <dgm:cxn modelId="{607B0958-05D8-4340-9597-00AA9794744F}" type="presParOf" srcId="{5CD22E22-E422-499F-A67F-C33E1DC03575}" destId="{839CEEEF-A216-4564-B47C-76B18C33B9F6}" srcOrd="4" destOrd="0" presId="urn:microsoft.com/office/officeart/2018/5/layout/IconLeafLabelList"/>
    <dgm:cxn modelId="{3D8E886B-7839-49F8-99D6-5239ECA5D212}" type="presParOf" srcId="{839CEEEF-A216-4564-B47C-76B18C33B9F6}" destId="{7A3FBC07-91A2-4380-B737-9503D1659D48}" srcOrd="0" destOrd="0" presId="urn:microsoft.com/office/officeart/2018/5/layout/IconLeafLabelList"/>
    <dgm:cxn modelId="{E03565FF-BDC4-442E-B7BD-303B996F5E04}" type="presParOf" srcId="{839CEEEF-A216-4564-B47C-76B18C33B9F6}" destId="{8D2977DA-809E-4F9C-88E4-98EC4293DC38}" srcOrd="1" destOrd="0" presId="urn:microsoft.com/office/officeart/2018/5/layout/IconLeafLabelList"/>
    <dgm:cxn modelId="{608659F4-042A-42B6-9FC9-5F0BB7F8D41A}" type="presParOf" srcId="{839CEEEF-A216-4564-B47C-76B18C33B9F6}" destId="{ACC429E4-FAED-4927-B67D-E82F3BC1B01A}" srcOrd="2" destOrd="0" presId="urn:microsoft.com/office/officeart/2018/5/layout/IconLeafLabelList"/>
    <dgm:cxn modelId="{7752DAD8-3CC4-4555-98A0-F3F92E0A56B7}" type="presParOf" srcId="{839CEEEF-A216-4564-B47C-76B18C33B9F6}" destId="{DAF9FDA2-D7D5-410B-AAAC-0768FF3E39E1}" srcOrd="3" destOrd="0" presId="urn:microsoft.com/office/officeart/2018/5/layout/IconLeafLabelList"/>
    <dgm:cxn modelId="{7BC9B39D-2345-4EC1-A0C4-FDF781C4BB04}" type="presParOf" srcId="{5CD22E22-E422-499F-A67F-C33E1DC03575}" destId="{0D83DBBC-8EA7-4133-8B20-C021C2B7B5C6}" srcOrd="5" destOrd="0" presId="urn:microsoft.com/office/officeart/2018/5/layout/IconLeafLabelList"/>
    <dgm:cxn modelId="{5E0E5DAE-A5E0-4B4C-B247-6EB6C39BC8ED}" type="presParOf" srcId="{5CD22E22-E422-499F-A67F-C33E1DC03575}" destId="{E1A485AB-C138-482A-BC0B-4BF14671822D}" srcOrd="6" destOrd="0" presId="urn:microsoft.com/office/officeart/2018/5/layout/IconLeafLabelList"/>
    <dgm:cxn modelId="{BEE8060B-0340-4770-81BD-9F29DFF6328A}" type="presParOf" srcId="{E1A485AB-C138-482A-BC0B-4BF14671822D}" destId="{5B829196-4181-4E4E-B451-9DE17E37E9D3}" srcOrd="0" destOrd="0" presId="urn:microsoft.com/office/officeart/2018/5/layout/IconLeafLabelList"/>
    <dgm:cxn modelId="{60DE04F3-0CC7-4F3A-B1F2-86A953425688}" type="presParOf" srcId="{E1A485AB-C138-482A-BC0B-4BF14671822D}" destId="{D6714015-C012-4764-A7E4-145619BE1E01}" srcOrd="1" destOrd="0" presId="urn:microsoft.com/office/officeart/2018/5/layout/IconLeafLabelList"/>
    <dgm:cxn modelId="{1C82AC4B-2109-4B9C-8B1F-CBF27A90D085}" type="presParOf" srcId="{E1A485AB-C138-482A-BC0B-4BF14671822D}" destId="{92DBFD7B-7591-420B-818B-0851EBAC3146}" srcOrd="2" destOrd="0" presId="urn:microsoft.com/office/officeart/2018/5/layout/IconLeafLabelList"/>
    <dgm:cxn modelId="{6295B7C0-FA76-43AE-B0BA-7BC6EBF02241}" type="presParOf" srcId="{E1A485AB-C138-482A-BC0B-4BF14671822D}" destId="{A6CC0676-5A1F-46AD-8DFD-72A3A639978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4E11D-B856-4A4A-BE4B-71B7E2623FCC}">
      <dsp:nvSpPr>
        <dsp:cNvPr id="0" name=""/>
        <dsp:cNvSpPr/>
      </dsp:nvSpPr>
      <dsp:spPr>
        <a:xfrm>
          <a:off x="100985" y="673352"/>
          <a:ext cx="992547" cy="9925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B44C6-812E-4596-A94C-7909FA187857}">
      <dsp:nvSpPr>
        <dsp:cNvPr id="0" name=""/>
        <dsp:cNvSpPr/>
      </dsp:nvSpPr>
      <dsp:spPr>
        <a:xfrm>
          <a:off x="309420" y="881787"/>
          <a:ext cx="575677" cy="575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76C2C-94E9-49F0-9963-31FC166B5A04}">
      <dsp:nvSpPr>
        <dsp:cNvPr id="0" name=""/>
        <dsp:cNvSpPr/>
      </dsp:nvSpPr>
      <dsp:spPr>
        <a:xfrm>
          <a:off x="1306221" y="673352"/>
          <a:ext cx="2339575" cy="992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Long wait times for insurance claim responses</a:t>
          </a:r>
        </a:p>
      </dsp:txBody>
      <dsp:txXfrm>
        <a:off x="1306221" y="673352"/>
        <a:ext cx="2339575" cy="992547"/>
      </dsp:txXfrm>
    </dsp:sp>
    <dsp:sp modelId="{952D9E1C-B723-42AF-A8E1-27FE61202838}">
      <dsp:nvSpPr>
        <dsp:cNvPr id="0" name=""/>
        <dsp:cNvSpPr/>
      </dsp:nvSpPr>
      <dsp:spPr>
        <a:xfrm>
          <a:off x="4053450" y="673352"/>
          <a:ext cx="992547" cy="9925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6FBEC-B4C3-491B-8161-0ED9EAF6BCC8}">
      <dsp:nvSpPr>
        <dsp:cNvPr id="0" name=""/>
        <dsp:cNvSpPr/>
      </dsp:nvSpPr>
      <dsp:spPr>
        <a:xfrm>
          <a:off x="4261885" y="881787"/>
          <a:ext cx="575677" cy="575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0F081-0B13-413C-B244-45587DD1E66A}">
      <dsp:nvSpPr>
        <dsp:cNvPr id="0" name=""/>
        <dsp:cNvSpPr/>
      </dsp:nvSpPr>
      <dsp:spPr>
        <a:xfrm>
          <a:off x="5258686" y="673352"/>
          <a:ext cx="2339575" cy="992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Confusing denial reasons</a:t>
          </a:r>
        </a:p>
      </dsp:txBody>
      <dsp:txXfrm>
        <a:off x="5258686" y="673352"/>
        <a:ext cx="2339575" cy="992547"/>
      </dsp:txXfrm>
    </dsp:sp>
    <dsp:sp modelId="{061621CB-F10A-433F-87A4-CD7D73028041}">
      <dsp:nvSpPr>
        <dsp:cNvPr id="0" name=""/>
        <dsp:cNvSpPr/>
      </dsp:nvSpPr>
      <dsp:spPr>
        <a:xfrm>
          <a:off x="100985" y="2348316"/>
          <a:ext cx="992547" cy="9925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0A8BB-C2E0-44B0-BA80-B276FBF95BD6}">
      <dsp:nvSpPr>
        <dsp:cNvPr id="0" name=""/>
        <dsp:cNvSpPr/>
      </dsp:nvSpPr>
      <dsp:spPr>
        <a:xfrm>
          <a:off x="309420" y="2556751"/>
          <a:ext cx="575677" cy="575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7C661-98F5-4F8B-B264-4BC448EB00FF}">
      <dsp:nvSpPr>
        <dsp:cNvPr id="0" name=""/>
        <dsp:cNvSpPr/>
      </dsp:nvSpPr>
      <dsp:spPr>
        <a:xfrm>
          <a:off x="1306221" y="2348316"/>
          <a:ext cx="2339575" cy="992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Burdensome paperwork and policy documen</a:t>
          </a:r>
          <a:r>
            <a:rPr lang="en-US" sz="2200" kern="1200" dirty="0"/>
            <a:t>ts</a:t>
          </a:r>
        </a:p>
      </dsp:txBody>
      <dsp:txXfrm>
        <a:off x="1306221" y="2348316"/>
        <a:ext cx="2339575" cy="992547"/>
      </dsp:txXfrm>
    </dsp:sp>
    <dsp:sp modelId="{BC8835BA-A384-4DFD-9288-463918B7FA15}">
      <dsp:nvSpPr>
        <dsp:cNvPr id="0" name=""/>
        <dsp:cNvSpPr/>
      </dsp:nvSpPr>
      <dsp:spPr>
        <a:xfrm>
          <a:off x="4053450" y="2348316"/>
          <a:ext cx="992547" cy="99254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814F6-F9F1-4B55-8D9A-F85D17AEBA04}">
      <dsp:nvSpPr>
        <dsp:cNvPr id="0" name=""/>
        <dsp:cNvSpPr/>
      </dsp:nvSpPr>
      <dsp:spPr>
        <a:xfrm>
          <a:off x="4261885" y="2556751"/>
          <a:ext cx="575677" cy="575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8C6AF-3BEB-477C-8221-DFB51C3989F7}">
      <dsp:nvSpPr>
        <dsp:cNvPr id="0" name=""/>
        <dsp:cNvSpPr/>
      </dsp:nvSpPr>
      <dsp:spPr>
        <a:xfrm>
          <a:off x="5258686" y="2348316"/>
          <a:ext cx="2339575" cy="992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clear next steps for patients</a:t>
          </a:r>
        </a:p>
      </dsp:txBody>
      <dsp:txXfrm>
        <a:off x="5258686" y="2348316"/>
        <a:ext cx="2339575" cy="9925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40C12-C049-4759-BFD2-B21BDD4AF757}">
      <dsp:nvSpPr>
        <dsp:cNvPr id="0" name=""/>
        <dsp:cNvSpPr/>
      </dsp:nvSpPr>
      <dsp:spPr>
        <a:xfrm>
          <a:off x="1004690" y="0"/>
          <a:ext cx="3817633" cy="381763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0D8BB6-83F1-4E2D-B699-E833953A48EC}">
      <dsp:nvSpPr>
        <dsp:cNvPr id="0" name=""/>
        <dsp:cNvSpPr/>
      </dsp:nvSpPr>
      <dsp:spPr>
        <a:xfrm>
          <a:off x="1367365" y="362675"/>
          <a:ext cx="1488876" cy="14888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Built using IBM watsonx.ai and RAG</a:t>
          </a:r>
        </a:p>
      </dsp:txBody>
      <dsp:txXfrm>
        <a:off x="1440046" y="435356"/>
        <a:ext cx="1343514" cy="1343514"/>
      </dsp:txXfrm>
    </dsp:sp>
    <dsp:sp modelId="{233FE629-9F02-4BF7-BC22-AEF17F1F842B}">
      <dsp:nvSpPr>
        <dsp:cNvPr id="0" name=""/>
        <dsp:cNvSpPr/>
      </dsp:nvSpPr>
      <dsp:spPr>
        <a:xfrm>
          <a:off x="2970771" y="362675"/>
          <a:ext cx="1488876" cy="14888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Uses document grounding to find answers</a:t>
          </a:r>
        </a:p>
      </dsp:txBody>
      <dsp:txXfrm>
        <a:off x="3043452" y="435356"/>
        <a:ext cx="1343514" cy="1343514"/>
      </dsp:txXfrm>
    </dsp:sp>
    <dsp:sp modelId="{9BCF1175-33E2-4D96-A3FA-6D32802DC106}">
      <dsp:nvSpPr>
        <dsp:cNvPr id="0" name=""/>
        <dsp:cNvSpPr/>
      </dsp:nvSpPr>
      <dsp:spPr>
        <a:xfrm>
          <a:off x="1367365" y="1966080"/>
          <a:ext cx="1488876" cy="14888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Explains denial reasons and policy terms</a:t>
          </a:r>
        </a:p>
      </dsp:txBody>
      <dsp:txXfrm>
        <a:off x="1440046" y="2038761"/>
        <a:ext cx="1343514" cy="1343514"/>
      </dsp:txXfrm>
    </dsp:sp>
    <dsp:sp modelId="{69FF6313-BCF9-4A23-8243-740CEC3C2F6F}">
      <dsp:nvSpPr>
        <dsp:cNvPr id="0" name=""/>
        <dsp:cNvSpPr/>
      </dsp:nvSpPr>
      <dsp:spPr>
        <a:xfrm>
          <a:off x="2970771" y="1966080"/>
          <a:ext cx="1488876" cy="14888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Offers tone-customized responses and next steps</a:t>
          </a:r>
        </a:p>
      </dsp:txBody>
      <dsp:txXfrm>
        <a:off x="3043452" y="2038761"/>
        <a:ext cx="1343514" cy="13435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3E46B-78BA-4C43-BF90-DC55965F3483}">
      <dsp:nvSpPr>
        <dsp:cNvPr id="0" name=""/>
        <dsp:cNvSpPr/>
      </dsp:nvSpPr>
      <dsp:spPr>
        <a:xfrm>
          <a:off x="341781" y="1089928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BDDD88-5E13-451E-9F73-678DF477FBDD}">
      <dsp:nvSpPr>
        <dsp:cNvPr id="0" name=""/>
        <dsp:cNvSpPr/>
      </dsp:nvSpPr>
      <dsp:spPr>
        <a:xfrm>
          <a:off x="568240" y="1316387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F2B950-CB2A-422F-A7F8-A0ADFECFCED0}">
      <dsp:nvSpPr>
        <dsp:cNvPr id="0" name=""/>
        <dsp:cNvSpPr/>
      </dsp:nvSpPr>
      <dsp:spPr>
        <a:xfrm>
          <a:off x="2092" y="2483522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Saves time and reduces confusion</a:t>
          </a:r>
        </a:p>
      </dsp:txBody>
      <dsp:txXfrm>
        <a:off x="2092" y="2483522"/>
        <a:ext cx="1741992" cy="696796"/>
      </dsp:txXfrm>
    </dsp:sp>
    <dsp:sp modelId="{620B8BAD-8C42-4942-8D1A-DF504798C6F3}">
      <dsp:nvSpPr>
        <dsp:cNvPr id="0" name=""/>
        <dsp:cNvSpPr/>
      </dsp:nvSpPr>
      <dsp:spPr>
        <a:xfrm>
          <a:off x="2388621" y="1089928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BD2B39-D16A-414E-847D-FDB52B7D0489}">
      <dsp:nvSpPr>
        <dsp:cNvPr id="0" name=""/>
        <dsp:cNvSpPr/>
      </dsp:nvSpPr>
      <dsp:spPr>
        <a:xfrm>
          <a:off x="2615080" y="1316387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ACB9F-7E69-44EB-8C72-D1D7590EC586}">
      <dsp:nvSpPr>
        <dsp:cNvPr id="0" name=""/>
        <dsp:cNvSpPr/>
      </dsp:nvSpPr>
      <dsp:spPr>
        <a:xfrm>
          <a:off x="2048933" y="2483522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Improves trust and transparency</a:t>
          </a:r>
        </a:p>
      </dsp:txBody>
      <dsp:txXfrm>
        <a:off x="2048933" y="2483522"/>
        <a:ext cx="1741992" cy="696796"/>
      </dsp:txXfrm>
    </dsp:sp>
    <dsp:sp modelId="{7A3FBC07-91A2-4380-B737-9503D1659D48}">
      <dsp:nvSpPr>
        <dsp:cNvPr id="0" name=""/>
        <dsp:cNvSpPr/>
      </dsp:nvSpPr>
      <dsp:spPr>
        <a:xfrm>
          <a:off x="4435462" y="1089928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977DA-809E-4F9C-88E4-98EC4293DC38}">
      <dsp:nvSpPr>
        <dsp:cNvPr id="0" name=""/>
        <dsp:cNvSpPr/>
      </dsp:nvSpPr>
      <dsp:spPr>
        <a:xfrm>
          <a:off x="4661921" y="1316387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F9FDA2-D7D5-410B-AAAC-0768FF3E39E1}">
      <dsp:nvSpPr>
        <dsp:cNvPr id="0" name=""/>
        <dsp:cNvSpPr/>
      </dsp:nvSpPr>
      <dsp:spPr>
        <a:xfrm>
          <a:off x="4095774" y="2483522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Built to scale across insurers</a:t>
          </a:r>
        </a:p>
      </dsp:txBody>
      <dsp:txXfrm>
        <a:off x="4095774" y="2483522"/>
        <a:ext cx="1741992" cy="696796"/>
      </dsp:txXfrm>
    </dsp:sp>
    <dsp:sp modelId="{5B829196-4181-4E4E-B451-9DE17E37E9D3}">
      <dsp:nvSpPr>
        <dsp:cNvPr id="0" name=""/>
        <dsp:cNvSpPr/>
      </dsp:nvSpPr>
      <dsp:spPr>
        <a:xfrm>
          <a:off x="6482303" y="1089928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14015-C012-4764-A7E4-145619BE1E01}">
      <dsp:nvSpPr>
        <dsp:cNvPr id="0" name=""/>
        <dsp:cNvSpPr/>
      </dsp:nvSpPr>
      <dsp:spPr>
        <a:xfrm>
          <a:off x="6708762" y="1316387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CC0676-5A1F-46AD-8DFD-72A3A6399784}">
      <dsp:nvSpPr>
        <dsp:cNvPr id="0" name=""/>
        <dsp:cNvSpPr/>
      </dsp:nvSpPr>
      <dsp:spPr>
        <a:xfrm>
          <a:off x="6142615" y="2483522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Reduces support tickets and appeals</a:t>
          </a:r>
        </a:p>
      </dsp:txBody>
      <dsp:txXfrm>
        <a:off x="6142615" y="2483522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D9F17-58A7-4C8C-ACC4-6B3052C7C9AF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D8687-3D24-49DC-8631-171FEDFEA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0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Hi, I’m </a:t>
            </a:r>
            <a:r>
              <a:rPr lang="en-IN" dirty="0" err="1"/>
              <a:t>Poojitha</a:t>
            </a:r>
            <a:r>
              <a:rPr lang="en-IN" dirty="0"/>
              <a:t> </a:t>
            </a:r>
            <a:r>
              <a:rPr lang="en-IN" dirty="0" err="1"/>
              <a:t>Guduru</a:t>
            </a:r>
            <a:r>
              <a:rPr lang="en-IN" dirty="0"/>
              <a:t>. This is my hackathon project — </a:t>
            </a:r>
            <a:r>
              <a:rPr lang="en-IN" dirty="0" err="1"/>
              <a:t>SmartClaimMate</a:t>
            </a:r>
            <a:r>
              <a:rPr lang="en-IN" dirty="0"/>
              <a:t> — an AI-powered assistant that simplifies health insurance claims using IBM watsonx.ai and Retrieval-Augmented Generation, or RAG."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Have you ever had an insurance claim denied without knowing why? Or spent hours trying to understand dense policy documents? What if AI could do all of that instantly — and explain it in plain language?”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D8687-3D24-49DC-8631-171FEDFEA11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912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people struggle to understand why their claims were denied, what documents are missing, or what to do next. Customer support is slow, and insurance documents are hard to read."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D8687-3D24-49DC-8631-171FEDFEA11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717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“It’s not just another chatbot — it understands context, offers personalized responses, and even rewrites suggestions in tones like friendly, formal, or assertive based on what the user prefers.”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D8687-3D24-49DC-8631-171FEDFEA11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483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SmartClaimMate</a:t>
            </a:r>
            <a:r>
              <a:rPr lang="en-US" dirty="0"/>
              <a:t> helps users navigate insurance with clarity and confidence. It’s scalable, impactful, and powered by </a:t>
            </a:r>
            <a:r>
              <a:rPr lang="en-US" dirty="0" err="1"/>
              <a:t>watsonx</a:t>
            </a:r>
            <a:r>
              <a:rPr lang="en-US" dirty="0"/>
              <a:t>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D8687-3D24-49DC-8631-171FEDFEA11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869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“Thank you for this opportunity — and I hope </a:t>
            </a:r>
            <a:r>
              <a:rPr lang="en-US" dirty="0" err="1"/>
              <a:t>SmartClaimMate</a:t>
            </a:r>
            <a:r>
              <a:rPr lang="en-US" dirty="0"/>
              <a:t> shows how AI can deliver real value in the healthcare journey.”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D8687-3D24-49DC-8631-171FEDFEA11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053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0.png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11.png"/><Relationship Id="rId4" Type="http://schemas.openxmlformats.org/officeDocument/2006/relationships/notesSlide" Target="../notesSlides/notesSlide3.xml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3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10" Type="http://schemas.openxmlformats.org/officeDocument/2006/relationships/image" Target="../media/image20.png"/><Relationship Id="rId4" Type="http://schemas.openxmlformats.org/officeDocument/2006/relationships/notesSlide" Target="../notesSlides/notesSlide4.xml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balaji-prasad-csm%C2%AEcspo%C2%AE-043b89217" TargetMode="External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www.linkedin.com/in/poojitha-guduru-300859202" TargetMode="Externa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hyperlink" Target="mailto:urstrulybalaji7@gmail.com" TargetMode="External"/><Relationship Id="rId11" Type="http://schemas.openxmlformats.org/officeDocument/2006/relationships/image" Target="../media/image23.png"/><Relationship Id="rId5" Type="http://schemas.openxmlformats.org/officeDocument/2006/relationships/hyperlink" Target="mailto:poojithaguduru9@gmail.com" TargetMode="External"/><Relationship Id="rId10" Type="http://schemas.openxmlformats.org/officeDocument/2006/relationships/image" Target="../media/image22.sv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IN" sz="42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SmartClaimMate</a:t>
            </a:r>
            <a:endParaRPr lang="en-IN" sz="42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1977" y="4870824"/>
            <a:ext cx="7504463" cy="1458258"/>
          </a:xfrm>
        </p:spPr>
        <p:txBody>
          <a:bodyPr anchor="ctr">
            <a:normAutofit fontScale="92500" lnSpcReduction="20000"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Insurance Claim Assistant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with IBM watsonx.ai + RAG</a:t>
            </a:r>
          </a:p>
          <a:p>
            <a:pPr algn="l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Poojitha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Guduru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Balaji Prasad Thulasiram</a:t>
            </a:r>
          </a:p>
        </p:txBody>
      </p:sp>
      <p:pic>
        <p:nvPicPr>
          <p:cNvPr id="37" name="Video 36">
            <a:hlinkClick r:id="" action="ppaction://media"/>
            <a:extLst>
              <a:ext uri="{FF2B5EF4-FFF2-40B4-BE49-F238E27FC236}">
                <a16:creationId xmlns:a16="http://schemas.microsoft.com/office/drawing/2014/main" id="{07CFE186-CD51-35B3-C8CF-0B481ED2FA5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5000" r="2500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51"/>
    </mc:Choice>
    <mc:Fallback xmlns="">
      <p:transition spd="slow" advTm="243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We Address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7CB8A1-4C5C-0A59-96DE-A791B9EF70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161314"/>
              </p:ext>
            </p:extLst>
          </p:nvPr>
        </p:nvGraphicFramePr>
        <p:xfrm>
          <a:off x="914400" y="1152145"/>
          <a:ext cx="7699248" cy="401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2" name="Video 21">
            <a:hlinkClick r:id="" action="ppaction://media"/>
            <a:extLst>
              <a:ext uri="{FF2B5EF4-FFF2-40B4-BE49-F238E27FC236}">
                <a16:creationId xmlns:a16="http://schemas.microsoft.com/office/drawing/2014/main" id="{5F85F8D9-23F3-47C2-81FA-A235580A597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10"/>
          <a:srcRect l="25000" r="2500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38"/>
    </mc:Choice>
    <mc:Fallback xmlns="">
      <p:transition spd="slow" advTm="143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5496" y="271730"/>
            <a:ext cx="4059936" cy="988147"/>
          </a:xfrm>
        </p:spPr>
        <p:txBody>
          <a:bodyPr>
            <a:norm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SmartClaimMate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0E8BF0A2-34D3-9C18-548C-8D9247C9FA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9235376"/>
              </p:ext>
            </p:extLst>
          </p:nvPr>
        </p:nvGraphicFramePr>
        <p:xfrm>
          <a:off x="1657349" y="1613903"/>
          <a:ext cx="5827014" cy="3817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58" name="Video 57">
            <a:hlinkClick r:id="" action="ppaction://media"/>
            <a:extLst>
              <a:ext uri="{FF2B5EF4-FFF2-40B4-BE49-F238E27FC236}">
                <a16:creationId xmlns:a16="http://schemas.microsoft.com/office/drawing/2014/main" id="{7B2F7E08-768A-CB7E-93D8-6A745160F1D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10"/>
          <a:srcRect l="25000" r="2500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36"/>
    </mc:Choice>
    <mc:Fallback xmlns="">
      <p:transition spd="slow" advTm="186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21172"/>
            <a:ext cx="7886700" cy="1133499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73E6FF-A046-C89A-E92A-D957807FD6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996877"/>
              </p:ext>
            </p:extLst>
          </p:nvPr>
        </p:nvGraphicFramePr>
        <p:xfrm>
          <a:off x="627506" y="1133081"/>
          <a:ext cx="7886700" cy="4270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EA2A7167-743D-601F-1E45-CA3727EA21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10"/>
          <a:srcRect l="25000" r="2500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  <p:pic>
        <p:nvPicPr>
          <p:cNvPr id="8" name="Video 7">
            <a:hlinkClick r:id="" action="ppaction://media"/>
            <a:extLst>
              <a:ext uri="{FF2B5EF4-FFF2-40B4-BE49-F238E27FC236}">
                <a16:creationId xmlns:a16="http://schemas.microsoft.com/office/drawing/2014/main" id="{AE9AF763-6FB8-C7E8-C94D-F593C1EB60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10"/>
          <a:srcRect l="25000" r="2500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77"/>
    </mc:Choice>
    <mc:Fallback xmlns="">
      <p:transition spd="slow" advTm="184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IN" sz="385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Project: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SmartClaimMate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poojithaguduru9@gmail.com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urstrulybalaji7@gmail.com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https://www.linkedin.com/in/poojitha-guduru-300859202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https://www.linkedin.com/in/balaji-prasad-csm%C2%AEcspo%C2%AE-043b89217</a:t>
            </a:r>
            <a:endParaRPr lang="en-IN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for IBM watsonx.ai Hackathon 2025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Email">
            <a:extLst>
              <a:ext uri="{FF2B5EF4-FFF2-40B4-BE49-F238E27FC236}">
                <a16:creationId xmlns:a16="http://schemas.microsoft.com/office/drawing/2014/main" id="{8D714975-CECC-A9F5-0427-D4B095AD6A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pic>
        <p:nvPicPr>
          <p:cNvPr id="25" name="Video 24">
            <a:hlinkClick r:id="" action="ppaction://media"/>
            <a:extLst>
              <a:ext uri="{FF2B5EF4-FFF2-40B4-BE49-F238E27FC236}">
                <a16:creationId xmlns:a16="http://schemas.microsoft.com/office/drawing/2014/main" id="{962025D3-AE72-75D8-4739-33BF59784ED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11"/>
          <a:srcRect l="25000" r="2500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04"/>
    </mc:Choice>
    <mc:Fallback xmlns="">
      <p:transition spd="slow" advTm="83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351</Words>
  <Application>Microsoft Office PowerPoint</Application>
  <PresentationFormat>On-screen Show (4:3)</PresentationFormat>
  <Paragraphs>39</Paragraphs>
  <Slides>5</Slides>
  <Notes>5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Times New Roman</vt:lpstr>
      <vt:lpstr>Office Theme</vt:lpstr>
      <vt:lpstr>SmartClaimMate</vt:lpstr>
      <vt:lpstr>The Problem We Address</vt:lpstr>
      <vt:lpstr>Meet SmartClaimMate</vt:lpstr>
      <vt:lpstr>Why This Matters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POOJITHA GUDURU</dc:creator>
  <cp:keywords/>
  <dc:description>generated using python-pptx</dc:description>
  <cp:lastModifiedBy>POOJITHA GUDURU</cp:lastModifiedBy>
  <cp:revision>2</cp:revision>
  <dcterms:created xsi:type="dcterms:W3CDTF">2013-01-27T09:14:16Z</dcterms:created>
  <dcterms:modified xsi:type="dcterms:W3CDTF">2025-06-02T01:37:55Z</dcterms:modified>
  <cp:category/>
</cp:coreProperties>
</file>